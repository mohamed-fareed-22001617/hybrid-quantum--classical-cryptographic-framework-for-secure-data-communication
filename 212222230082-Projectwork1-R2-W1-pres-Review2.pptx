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8" r:id="rId21"/>
    <p:sldId id="276" r:id="rId22"/>
    <p:sldId id="281" r:id="rId23"/>
    <p:sldId id="282" r:id="rId24"/>
    <p:sldId id="283" r:id="rId25"/>
    <p:sldId id="284" r:id="rId26"/>
    <p:sldId id="285" r:id="rId27"/>
    <p:sldId id="287" r:id="rId2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EFB1C-7DBB-4E31-B9D6-9854965F161C}" v="275" dt="2025-12-24T16:33:52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96" y="13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Fareed" userId="bb3499f240b33ede" providerId="LiveId" clId="{F986CEF2-A85E-4152-8E0B-B052334681D6}"/>
    <pc:docChg chg="undo redo custSel addSld delSld modSld">
      <pc:chgData name="Mohamed Fareed" userId="bb3499f240b33ede" providerId="LiveId" clId="{F986CEF2-A85E-4152-8E0B-B052334681D6}" dt="2025-12-24T16:34:04.958" v="909" actId="20577"/>
      <pc:docMkLst>
        <pc:docMk/>
      </pc:docMkLst>
      <pc:sldChg chg="modSp mod">
        <pc:chgData name="Mohamed Fareed" userId="bb3499f240b33ede" providerId="LiveId" clId="{F986CEF2-A85E-4152-8E0B-B052334681D6}" dt="2025-12-24T16:34:04.958" v="909" actId="20577"/>
        <pc:sldMkLst>
          <pc:docMk/>
          <pc:sldMk cId="0" sldId="256"/>
        </pc:sldMkLst>
        <pc:spChg chg="mod">
          <ac:chgData name="Mohamed Fareed" userId="bb3499f240b33ede" providerId="LiveId" clId="{F986CEF2-A85E-4152-8E0B-B052334681D6}" dt="2025-12-24T11:35:01.085" v="65" actId="27636"/>
          <ac:spMkLst>
            <pc:docMk/>
            <pc:sldMk cId="0" sldId="256"/>
            <ac:spMk id="94" creationId="{00000000-0000-0000-0000-000000000000}"/>
          </ac:spMkLst>
        </pc:spChg>
        <pc:spChg chg="mod">
          <ac:chgData name="Mohamed Fareed" userId="bb3499f240b33ede" providerId="LiveId" clId="{F986CEF2-A85E-4152-8E0B-B052334681D6}" dt="2025-12-24T16:34:04.958" v="909" actId="20577"/>
          <ac:spMkLst>
            <pc:docMk/>
            <pc:sldMk cId="0" sldId="256"/>
            <ac:spMk id="95" creationId="{00000000-0000-0000-0000-000000000000}"/>
          </ac:spMkLst>
        </pc:spChg>
        <pc:spChg chg="mod">
          <ac:chgData name="Mohamed Fareed" userId="bb3499f240b33ede" providerId="LiveId" clId="{F986CEF2-A85E-4152-8E0B-B052334681D6}" dt="2025-12-24T11:31:11.041" v="40" actId="27636"/>
          <ac:spMkLst>
            <pc:docMk/>
            <pc:sldMk cId="0" sldId="256"/>
            <ac:spMk id="96" creationId="{00000000-0000-0000-0000-000000000000}"/>
          </ac:spMkLst>
        </pc:spChg>
      </pc:sldChg>
      <pc:sldChg chg="modSp mod">
        <pc:chgData name="Mohamed Fareed" userId="bb3499f240b33ede" providerId="LiveId" clId="{F986CEF2-A85E-4152-8E0B-B052334681D6}" dt="2025-12-24T11:34:32.361" v="62" actId="27636"/>
        <pc:sldMkLst>
          <pc:docMk/>
          <pc:sldMk cId="0" sldId="257"/>
        </pc:sldMkLst>
        <pc:spChg chg="mod">
          <ac:chgData name="Mohamed Fareed" userId="bb3499f240b33ede" providerId="LiveId" clId="{F986CEF2-A85E-4152-8E0B-B052334681D6}" dt="2025-12-24T11:34:32.361" v="62" actId="27636"/>
          <ac:spMkLst>
            <pc:docMk/>
            <pc:sldMk cId="0" sldId="257"/>
            <ac:spMk id="103" creationId="{00000000-0000-0000-0000-000000000000}"/>
          </ac:spMkLst>
        </pc:spChg>
      </pc:sldChg>
      <pc:sldChg chg="modSp mod">
        <pc:chgData name="Mohamed Fareed" userId="bb3499f240b33ede" providerId="LiveId" clId="{F986CEF2-A85E-4152-8E0B-B052334681D6}" dt="2025-12-24T11:43:58.228" v="81" actId="113"/>
        <pc:sldMkLst>
          <pc:docMk/>
          <pc:sldMk cId="0" sldId="258"/>
        </pc:sldMkLst>
        <pc:spChg chg="mod">
          <ac:chgData name="Mohamed Fareed" userId="bb3499f240b33ede" providerId="LiveId" clId="{F986CEF2-A85E-4152-8E0B-B052334681D6}" dt="2025-12-24T11:43:58.228" v="81" actId="113"/>
          <ac:spMkLst>
            <pc:docMk/>
            <pc:sldMk cId="0" sldId="258"/>
            <ac:spMk id="109" creationId="{00000000-0000-0000-0000-000000000000}"/>
          </ac:spMkLst>
        </pc:spChg>
      </pc:sldChg>
      <pc:sldChg chg="addSp delSp modSp mod">
        <pc:chgData name="Mohamed Fareed" userId="bb3499f240b33ede" providerId="LiveId" clId="{F986CEF2-A85E-4152-8E0B-B052334681D6}" dt="2025-12-24T11:47:12.259" v="113" actId="113"/>
        <pc:sldMkLst>
          <pc:docMk/>
          <pc:sldMk cId="0" sldId="259"/>
        </pc:sldMkLst>
        <pc:spChg chg="add">
          <ac:chgData name="Mohamed Fareed" userId="bb3499f240b33ede" providerId="LiveId" clId="{F986CEF2-A85E-4152-8E0B-B052334681D6}" dt="2025-12-24T11:44:57.159" v="82"/>
          <ac:spMkLst>
            <pc:docMk/>
            <pc:sldMk cId="0" sldId="259"/>
            <ac:spMk id="2" creationId="{E96B0084-649D-AE02-25C6-6A70DDAC0F37}"/>
          </ac:spMkLst>
        </pc:spChg>
        <pc:spChg chg="add mod">
          <ac:chgData name="Mohamed Fareed" userId="bb3499f240b33ede" providerId="LiveId" clId="{F986CEF2-A85E-4152-8E0B-B052334681D6}" dt="2025-12-24T11:45:26.749" v="93"/>
          <ac:spMkLst>
            <pc:docMk/>
            <pc:sldMk cId="0" sldId="259"/>
            <ac:spMk id="3" creationId="{BD890504-CD9F-C48E-E88B-712778DE996A}"/>
          </ac:spMkLst>
        </pc:spChg>
        <pc:spChg chg="add">
          <ac:chgData name="Mohamed Fareed" userId="bb3499f240b33ede" providerId="LiveId" clId="{F986CEF2-A85E-4152-8E0B-B052334681D6}" dt="2025-12-24T11:45:39.160" v="95"/>
          <ac:spMkLst>
            <pc:docMk/>
            <pc:sldMk cId="0" sldId="259"/>
            <ac:spMk id="4" creationId="{45718A2C-1908-1A27-2EEA-9EC5991C0704}"/>
          </ac:spMkLst>
        </pc:spChg>
        <pc:spChg chg="add">
          <ac:chgData name="Mohamed Fareed" userId="bb3499f240b33ede" providerId="LiveId" clId="{F986CEF2-A85E-4152-8E0B-B052334681D6}" dt="2025-12-24T11:46:02.900" v="96"/>
          <ac:spMkLst>
            <pc:docMk/>
            <pc:sldMk cId="0" sldId="259"/>
            <ac:spMk id="5" creationId="{708C3896-E240-A376-2E41-F63CBF3A8249}"/>
          </ac:spMkLst>
        </pc:spChg>
        <pc:spChg chg="add mod">
          <ac:chgData name="Mohamed Fareed" userId="bb3499f240b33ede" providerId="LiveId" clId="{F986CEF2-A85E-4152-8E0B-B052334681D6}" dt="2025-12-24T11:46:13.501" v="99"/>
          <ac:spMkLst>
            <pc:docMk/>
            <pc:sldMk cId="0" sldId="259"/>
            <ac:spMk id="6" creationId="{30B8C0C8-3795-F067-1E46-092FFD2B7FBD}"/>
          </ac:spMkLst>
        </pc:spChg>
        <pc:spChg chg="add del mod">
          <ac:chgData name="Mohamed Fareed" userId="bb3499f240b33ede" providerId="LiveId" clId="{F986CEF2-A85E-4152-8E0B-B052334681D6}" dt="2025-12-24T11:47:12.259" v="113" actId="113"/>
          <ac:spMkLst>
            <pc:docMk/>
            <pc:sldMk cId="0" sldId="259"/>
            <ac:spMk id="115" creationId="{00000000-0000-0000-0000-000000000000}"/>
          </ac:spMkLst>
        </pc:spChg>
      </pc:sldChg>
      <pc:sldChg chg="addSp modSp mod">
        <pc:chgData name="Mohamed Fareed" userId="bb3499f240b33ede" providerId="LiveId" clId="{F986CEF2-A85E-4152-8E0B-B052334681D6}" dt="2025-12-24T11:54:01.734" v="184" actId="113"/>
        <pc:sldMkLst>
          <pc:docMk/>
          <pc:sldMk cId="0" sldId="260"/>
        </pc:sldMkLst>
        <pc:spChg chg="add">
          <ac:chgData name="Mohamed Fareed" userId="bb3499f240b33ede" providerId="LiveId" clId="{F986CEF2-A85E-4152-8E0B-B052334681D6}" dt="2025-12-24T11:50:32.753" v="125"/>
          <ac:spMkLst>
            <pc:docMk/>
            <pc:sldMk cId="0" sldId="260"/>
            <ac:spMk id="2" creationId="{7FA63623-5C4D-2B68-86DC-5C3B261236BB}"/>
          </ac:spMkLst>
        </pc:spChg>
        <pc:spChg chg="add mod">
          <ac:chgData name="Mohamed Fareed" userId="bb3499f240b33ede" providerId="LiveId" clId="{F986CEF2-A85E-4152-8E0B-B052334681D6}" dt="2025-12-24T11:50:41.566" v="130"/>
          <ac:spMkLst>
            <pc:docMk/>
            <pc:sldMk cId="0" sldId="260"/>
            <ac:spMk id="3" creationId="{B925DE33-6C49-13A2-E395-0D5EAC5F4824}"/>
          </ac:spMkLst>
        </pc:spChg>
        <pc:spChg chg="add">
          <ac:chgData name="Mohamed Fareed" userId="bb3499f240b33ede" providerId="LiveId" clId="{F986CEF2-A85E-4152-8E0B-B052334681D6}" dt="2025-12-24T11:50:47.240" v="132"/>
          <ac:spMkLst>
            <pc:docMk/>
            <pc:sldMk cId="0" sldId="260"/>
            <ac:spMk id="4" creationId="{0DC4B316-9FB8-2FFE-F8BB-A1DB52A0A142}"/>
          </ac:spMkLst>
        </pc:spChg>
        <pc:spChg chg="add">
          <ac:chgData name="Mohamed Fareed" userId="bb3499f240b33ede" providerId="LiveId" clId="{F986CEF2-A85E-4152-8E0B-B052334681D6}" dt="2025-12-24T11:50:55.222" v="136"/>
          <ac:spMkLst>
            <pc:docMk/>
            <pc:sldMk cId="0" sldId="260"/>
            <ac:spMk id="5" creationId="{9F5B322F-A543-EE6D-C6D7-D5F0B08F1FD0}"/>
          </ac:spMkLst>
        </pc:spChg>
        <pc:spChg chg="add">
          <ac:chgData name="Mohamed Fareed" userId="bb3499f240b33ede" providerId="LiveId" clId="{F986CEF2-A85E-4152-8E0B-B052334681D6}" dt="2025-12-24T11:51:04.028" v="140"/>
          <ac:spMkLst>
            <pc:docMk/>
            <pc:sldMk cId="0" sldId="260"/>
            <ac:spMk id="6" creationId="{ACBF6575-6987-CF40-4E96-217F0DD44556}"/>
          </ac:spMkLst>
        </pc:spChg>
        <pc:spChg chg="mod">
          <ac:chgData name="Mohamed Fareed" userId="bb3499f240b33ede" providerId="LiveId" clId="{F986CEF2-A85E-4152-8E0B-B052334681D6}" dt="2025-12-24T11:54:01.734" v="184" actId="113"/>
          <ac:spMkLst>
            <pc:docMk/>
            <pc:sldMk cId="0" sldId="260"/>
            <ac:spMk id="121" creationId="{00000000-0000-0000-0000-000000000000}"/>
          </ac:spMkLst>
        </pc:spChg>
      </pc:sldChg>
      <pc:sldChg chg="addSp delSp modSp mod">
        <pc:chgData name="Mohamed Fareed" userId="bb3499f240b33ede" providerId="LiveId" clId="{F986CEF2-A85E-4152-8E0B-B052334681D6}" dt="2025-12-24T12:12:07.592" v="423" actId="27636"/>
        <pc:sldMkLst>
          <pc:docMk/>
          <pc:sldMk cId="0" sldId="261"/>
        </pc:sldMkLst>
        <pc:spChg chg="add del">
          <ac:chgData name="Mohamed Fareed" userId="bb3499f240b33ede" providerId="LiveId" clId="{F986CEF2-A85E-4152-8E0B-B052334681D6}" dt="2025-12-24T12:00:04.698" v="256" actId="22"/>
          <ac:spMkLst>
            <pc:docMk/>
            <pc:sldMk cId="0" sldId="261"/>
            <ac:spMk id="3" creationId="{69AAD474-BEC2-9E18-9205-248399ACFF94}"/>
          </ac:spMkLst>
        </pc:spChg>
        <pc:spChg chg="add del mod">
          <ac:chgData name="Mohamed Fareed" userId="bb3499f240b33ede" providerId="LiveId" clId="{F986CEF2-A85E-4152-8E0B-B052334681D6}" dt="2025-12-24T12:05:06.215" v="298" actId="21"/>
          <ac:spMkLst>
            <pc:docMk/>
            <pc:sldMk cId="0" sldId="261"/>
            <ac:spMk id="5" creationId="{01A0447B-0738-6D99-86FD-E88D7F91480E}"/>
          </ac:spMkLst>
        </pc:spChg>
        <pc:spChg chg="add mod">
          <ac:chgData name="Mohamed Fareed" userId="bb3499f240b33ede" providerId="LiveId" clId="{F986CEF2-A85E-4152-8E0B-B052334681D6}" dt="2025-12-24T12:01:35.700" v="273" actId="1076"/>
          <ac:spMkLst>
            <pc:docMk/>
            <pc:sldMk cId="0" sldId="261"/>
            <ac:spMk id="6" creationId="{A44AF741-CEE2-0BF2-D330-9F1FDFB8CBA7}"/>
          </ac:spMkLst>
        </pc:spChg>
        <pc:spChg chg="add">
          <ac:chgData name="Mohamed Fareed" userId="bb3499f240b33ede" providerId="LiveId" clId="{F986CEF2-A85E-4152-8E0B-B052334681D6}" dt="2025-12-24T12:01:45.606" v="274"/>
          <ac:spMkLst>
            <pc:docMk/>
            <pc:sldMk cId="0" sldId="261"/>
            <ac:spMk id="7" creationId="{62A999BD-913E-B572-D33A-9BFD4D219F69}"/>
          </ac:spMkLst>
        </pc:spChg>
        <pc:spChg chg="mod">
          <ac:chgData name="Mohamed Fareed" userId="bb3499f240b33ede" providerId="LiveId" clId="{F986CEF2-A85E-4152-8E0B-B052334681D6}" dt="2025-12-24T12:12:07.592" v="423" actId="27636"/>
          <ac:spMkLst>
            <pc:docMk/>
            <pc:sldMk cId="0" sldId="261"/>
            <ac:spMk id="127" creationId="{00000000-0000-0000-0000-000000000000}"/>
          </ac:spMkLst>
        </pc:spChg>
      </pc:sldChg>
      <pc:sldChg chg="addSp modSp mod">
        <pc:chgData name="Mohamed Fareed" userId="bb3499f240b33ede" providerId="LiveId" clId="{F986CEF2-A85E-4152-8E0B-B052334681D6}" dt="2025-12-24T12:11:43.300" v="419" actId="5793"/>
        <pc:sldMkLst>
          <pc:docMk/>
          <pc:sldMk cId="0" sldId="262"/>
        </pc:sldMkLst>
        <pc:spChg chg="add">
          <ac:chgData name="Mohamed Fareed" userId="bb3499f240b33ede" providerId="LiveId" clId="{F986CEF2-A85E-4152-8E0B-B052334681D6}" dt="2025-12-24T12:10:53.208" v="405"/>
          <ac:spMkLst>
            <pc:docMk/>
            <pc:sldMk cId="0" sldId="262"/>
            <ac:spMk id="2" creationId="{C8D8D280-D2D9-E1F5-9792-EF386A5899F8}"/>
          </ac:spMkLst>
        </pc:spChg>
        <pc:spChg chg="add">
          <ac:chgData name="Mohamed Fareed" userId="bb3499f240b33ede" providerId="LiveId" clId="{F986CEF2-A85E-4152-8E0B-B052334681D6}" dt="2025-12-24T12:11:07.842" v="408"/>
          <ac:spMkLst>
            <pc:docMk/>
            <pc:sldMk cId="0" sldId="262"/>
            <ac:spMk id="3" creationId="{0C8886F0-0B06-CE27-9ADE-0286507392FB}"/>
          </ac:spMkLst>
        </pc:spChg>
        <pc:spChg chg="mod">
          <ac:chgData name="Mohamed Fareed" userId="bb3499f240b33ede" providerId="LiveId" clId="{F986CEF2-A85E-4152-8E0B-B052334681D6}" dt="2025-12-24T12:11:43.300" v="419" actId="5793"/>
          <ac:spMkLst>
            <pc:docMk/>
            <pc:sldMk cId="0" sldId="262"/>
            <ac:spMk id="133" creationId="{00000000-0000-0000-0000-000000000000}"/>
          </ac:spMkLst>
        </pc:spChg>
      </pc:sldChg>
      <pc:sldChg chg="addSp delSp modSp mod">
        <pc:chgData name="Mohamed Fareed" userId="bb3499f240b33ede" providerId="LiveId" clId="{F986CEF2-A85E-4152-8E0B-B052334681D6}" dt="2025-12-24T12:25:25.856" v="556" actId="14100"/>
        <pc:sldMkLst>
          <pc:docMk/>
          <pc:sldMk cId="0" sldId="263"/>
        </pc:sldMkLst>
        <pc:spChg chg="add">
          <ac:chgData name="Mohamed Fareed" userId="bb3499f240b33ede" providerId="LiveId" clId="{F986CEF2-A85E-4152-8E0B-B052334681D6}" dt="2025-12-24T12:24:21.831" v="541"/>
          <ac:spMkLst>
            <pc:docMk/>
            <pc:sldMk cId="0" sldId="263"/>
            <ac:spMk id="2" creationId="{62EA1912-9E2B-4BFD-8E39-BBECA2659515}"/>
          </ac:spMkLst>
        </pc:spChg>
        <pc:spChg chg="add">
          <ac:chgData name="Mohamed Fareed" userId="bb3499f240b33ede" providerId="LiveId" clId="{F986CEF2-A85E-4152-8E0B-B052334681D6}" dt="2025-12-24T12:24:29.498" v="542"/>
          <ac:spMkLst>
            <pc:docMk/>
            <pc:sldMk cId="0" sldId="263"/>
            <ac:spMk id="3" creationId="{089F8F72-786D-DBA8-9A2E-D6A1A9BE35FE}"/>
          </ac:spMkLst>
        </pc:spChg>
        <pc:spChg chg="add del mod">
          <ac:chgData name="Mohamed Fareed" userId="bb3499f240b33ede" providerId="LiveId" clId="{F986CEF2-A85E-4152-8E0B-B052334681D6}" dt="2025-12-24T12:25:25.856" v="556" actId="14100"/>
          <ac:spMkLst>
            <pc:docMk/>
            <pc:sldMk cId="0" sldId="263"/>
            <ac:spMk id="139" creationId="{00000000-0000-0000-0000-000000000000}"/>
          </ac:spMkLst>
        </pc:spChg>
      </pc:sldChg>
      <pc:sldChg chg="addSp delSp modSp mod">
        <pc:chgData name="Mohamed Fareed" userId="bb3499f240b33ede" providerId="LiveId" clId="{F986CEF2-A85E-4152-8E0B-B052334681D6}" dt="2025-12-24T12:26:43.707" v="564" actId="14100"/>
        <pc:sldMkLst>
          <pc:docMk/>
          <pc:sldMk cId="0" sldId="264"/>
        </pc:sldMkLst>
        <pc:spChg chg="add del">
          <ac:chgData name="Mohamed Fareed" userId="bb3499f240b33ede" providerId="LiveId" clId="{F986CEF2-A85E-4152-8E0B-B052334681D6}" dt="2025-12-24T12:26:23.328" v="558" actId="22"/>
          <ac:spMkLst>
            <pc:docMk/>
            <pc:sldMk cId="0" sldId="264"/>
            <ac:spMk id="3" creationId="{9EE48B5F-CF88-CD8B-AC38-EF7FEAE2B177}"/>
          </ac:spMkLst>
        </pc:spChg>
        <pc:picChg chg="add mod">
          <ac:chgData name="Mohamed Fareed" userId="bb3499f240b33ede" providerId="LiveId" clId="{F986CEF2-A85E-4152-8E0B-B052334681D6}" dt="2025-12-24T12:26:43.707" v="564" actId="14100"/>
          <ac:picMkLst>
            <pc:docMk/>
            <pc:sldMk cId="0" sldId="264"/>
            <ac:picMk id="4" creationId="{EF5EA766-62B0-79AD-E403-C99A40F67EE0}"/>
          </ac:picMkLst>
        </pc:picChg>
        <pc:picChg chg="del">
          <ac:chgData name="Mohamed Fareed" userId="bb3499f240b33ede" providerId="LiveId" clId="{F986CEF2-A85E-4152-8E0B-B052334681D6}" dt="2025-12-24T12:26:30.328" v="560" actId="478"/>
          <ac:picMkLst>
            <pc:docMk/>
            <pc:sldMk cId="0" sldId="264"/>
            <ac:picMk id="145" creationId="{00000000-0000-0000-0000-000000000000}"/>
          </ac:picMkLst>
        </pc:picChg>
      </pc:sldChg>
      <pc:sldChg chg="modSp mod">
        <pc:chgData name="Mohamed Fareed" userId="bb3499f240b33ede" providerId="LiveId" clId="{F986CEF2-A85E-4152-8E0B-B052334681D6}" dt="2025-12-24T12:34:04.029" v="586" actId="20577"/>
        <pc:sldMkLst>
          <pc:docMk/>
          <pc:sldMk cId="0" sldId="265"/>
        </pc:sldMkLst>
        <pc:spChg chg="mod">
          <ac:chgData name="Mohamed Fareed" userId="bb3499f240b33ede" providerId="LiveId" clId="{F986CEF2-A85E-4152-8E0B-B052334681D6}" dt="2025-12-24T12:34:04.029" v="586" actId="20577"/>
          <ac:spMkLst>
            <pc:docMk/>
            <pc:sldMk cId="0" sldId="265"/>
            <ac:spMk id="151" creationId="{00000000-0000-0000-0000-000000000000}"/>
          </ac:spMkLst>
        </pc:spChg>
      </pc:sldChg>
      <pc:sldChg chg="addSp delSp modSp mod">
        <pc:chgData name="Mohamed Fareed" userId="bb3499f240b33ede" providerId="LiveId" clId="{F986CEF2-A85E-4152-8E0B-B052334681D6}" dt="2025-12-24T12:35:24.463" v="597" actId="14100"/>
        <pc:sldMkLst>
          <pc:docMk/>
          <pc:sldMk cId="0" sldId="266"/>
        </pc:sldMkLst>
        <pc:spChg chg="del mod">
          <ac:chgData name="Mohamed Fareed" userId="bb3499f240b33ede" providerId="LiveId" clId="{F986CEF2-A85E-4152-8E0B-B052334681D6}" dt="2025-12-24T12:35:07.541" v="592" actId="21"/>
          <ac:spMkLst>
            <pc:docMk/>
            <pc:sldMk cId="0" sldId="266"/>
            <ac:spMk id="157" creationId="{00000000-0000-0000-0000-000000000000}"/>
          </ac:spMkLst>
        </pc:spChg>
        <pc:picChg chg="add mod">
          <ac:chgData name="Mohamed Fareed" userId="bb3499f240b33ede" providerId="LiveId" clId="{F986CEF2-A85E-4152-8E0B-B052334681D6}" dt="2025-12-24T12:35:24.463" v="597" actId="14100"/>
          <ac:picMkLst>
            <pc:docMk/>
            <pc:sldMk cId="0" sldId="266"/>
            <ac:picMk id="2" creationId="{042B4A8D-8ADC-A0E0-38CB-B25A5BDD8C96}"/>
          </ac:picMkLst>
        </pc:picChg>
        <pc:picChg chg="del">
          <ac:chgData name="Mohamed Fareed" userId="bb3499f240b33ede" providerId="LiveId" clId="{F986CEF2-A85E-4152-8E0B-B052334681D6}" dt="2025-12-24T12:34:40.229" v="587" actId="478"/>
          <ac:picMkLst>
            <pc:docMk/>
            <pc:sldMk cId="0" sldId="266"/>
            <ac:picMk id="158" creationId="{00000000-0000-0000-0000-000000000000}"/>
          </ac:picMkLst>
        </pc:picChg>
      </pc:sldChg>
      <pc:sldChg chg="addSp delSp modSp mod">
        <pc:chgData name="Mohamed Fareed" userId="bb3499f240b33ede" providerId="LiveId" clId="{F986CEF2-A85E-4152-8E0B-B052334681D6}" dt="2025-12-24T15:50:46.517" v="607" actId="255"/>
        <pc:sldMkLst>
          <pc:docMk/>
          <pc:sldMk cId="0" sldId="267"/>
        </pc:sldMkLst>
        <pc:spChg chg="mod">
          <ac:chgData name="Mohamed Fareed" userId="bb3499f240b33ede" providerId="LiveId" clId="{F986CEF2-A85E-4152-8E0B-B052334681D6}" dt="2025-12-24T15:50:46.517" v="607" actId="255"/>
          <ac:spMkLst>
            <pc:docMk/>
            <pc:sldMk cId="0" sldId="267"/>
            <ac:spMk id="164" creationId="{00000000-0000-0000-0000-000000000000}"/>
          </ac:spMkLst>
        </pc:spChg>
        <pc:picChg chg="add mod">
          <ac:chgData name="Mohamed Fareed" userId="bb3499f240b33ede" providerId="LiveId" clId="{F986CEF2-A85E-4152-8E0B-B052334681D6}" dt="2025-12-24T15:49:14.800" v="603" actId="1076"/>
          <ac:picMkLst>
            <pc:docMk/>
            <pc:sldMk cId="0" sldId="267"/>
            <ac:picMk id="2" creationId="{F63167C2-C4B7-71A1-C409-43E38F3F85ED}"/>
          </ac:picMkLst>
        </pc:picChg>
        <pc:picChg chg="del">
          <ac:chgData name="Mohamed Fareed" userId="bb3499f240b33ede" providerId="LiveId" clId="{F986CEF2-A85E-4152-8E0B-B052334681D6}" dt="2025-12-24T15:49:03.907" v="598" actId="478"/>
          <ac:picMkLst>
            <pc:docMk/>
            <pc:sldMk cId="0" sldId="267"/>
            <ac:picMk id="165" creationId="{00000000-0000-0000-0000-000000000000}"/>
          </ac:picMkLst>
        </pc:picChg>
      </pc:sldChg>
      <pc:sldChg chg="addSp delSp modSp mod">
        <pc:chgData name="Mohamed Fareed" userId="bb3499f240b33ede" providerId="LiveId" clId="{F986CEF2-A85E-4152-8E0B-B052334681D6}" dt="2025-12-24T16:26:35.333" v="879"/>
        <pc:sldMkLst>
          <pc:docMk/>
          <pc:sldMk cId="0" sldId="269"/>
        </pc:sldMkLst>
        <pc:spChg chg="add">
          <ac:chgData name="Mohamed Fareed" userId="bb3499f240b33ede" providerId="LiveId" clId="{F986CEF2-A85E-4152-8E0B-B052334681D6}" dt="2025-12-24T16:25:17.823" v="855"/>
          <ac:spMkLst>
            <pc:docMk/>
            <pc:sldMk cId="0" sldId="269"/>
            <ac:spMk id="2" creationId="{CFD952E3-0711-6ED8-D190-702FA4D91274}"/>
          </ac:spMkLst>
        </pc:spChg>
        <pc:spChg chg="add del mod">
          <ac:chgData name="Mohamed Fareed" userId="bb3499f240b33ede" providerId="LiveId" clId="{F986CEF2-A85E-4152-8E0B-B052334681D6}" dt="2025-12-24T16:26:35.333" v="879"/>
          <ac:spMkLst>
            <pc:docMk/>
            <pc:sldMk cId="0" sldId="269"/>
            <ac:spMk id="3" creationId="{213C8860-23F3-B5C4-87A5-E81F1A5B48DF}"/>
          </ac:spMkLst>
        </pc:spChg>
        <pc:spChg chg="add">
          <ac:chgData name="Mohamed Fareed" userId="bb3499f240b33ede" providerId="LiveId" clId="{F986CEF2-A85E-4152-8E0B-B052334681D6}" dt="2025-12-24T16:25:36.257" v="862"/>
          <ac:spMkLst>
            <pc:docMk/>
            <pc:sldMk cId="0" sldId="269"/>
            <ac:spMk id="4" creationId="{DB35291C-4AF0-F617-CA9E-849081E7A253}"/>
          </ac:spMkLst>
        </pc:spChg>
        <pc:spChg chg="add">
          <ac:chgData name="Mohamed Fareed" userId="bb3499f240b33ede" providerId="LiveId" clId="{F986CEF2-A85E-4152-8E0B-B052334681D6}" dt="2025-12-24T16:25:51.224" v="866"/>
          <ac:spMkLst>
            <pc:docMk/>
            <pc:sldMk cId="0" sldId="269"/>
            <ac:spMk id="5" creationId="{0AFB52DC-EE27-9D53-A0A9-38255A45B2D4}"/>
          </ac:spMkLst>
        </pc:spChg>
        <pc:spChg chg="add del mod">
          <ac:chgData name="Mohamed Fareed" userId="bb3499f240b33ede" providerId="LiveId" clId="{F986CEF2-A85E-4152-8E0B-B052334681D6}" dt="2025-12-24T16:26:32.090" v="877" actId="14"/>
          <ac:spMkLst>
            <pc:docMk/>
            <pc:sldMk cId="0" sldId="269"/>
            <ac:spMk id="177" creationId="{00000000-0000-0000-0000-000000000000}"/>
          </ac:spMkLst>
        </pc:spChg>
      </pc:sldChg>
      <pc:sldChg chg="addSp modSp mod">
        <pc:chgData name="Mohamed Fareed" userId="bb3499f240b33ede" providerId="LiveId" clId="{F986CEF2-A85E-4152-8E0B-B052334681D6}" dt="2025-12-24T16:21:58.680" v="823"/>
        <pc:sldMkLst>
          <pc:docMk/>
          <pc:sldMk cId="0" sldId="270"/>
        </pc:sldMkLst>
        <pc:spChg chg="add">
          <ac:chgData name="Mohamed Fareed" userId="bb3499f240b33ede" providerId="LiveId" clId="{F986CEF2-A85E-4152-8E0B-B052334681D6}" dt="2025-12-24T16:20:15.013" v="808"/>
          <ac:spMkLst>
            <pc:docMk/>
            <pc:sldMk cId="0" sldId="270"/>
            <ac:spMk id="2" creationId="{E4B72BA4-F5F4-DBE8-7FB0-0292115499B3}"/>
          </ac:spMkLst>
        </pc:spChg>
        <pc:spChg chg="add">
          <ac:chgData name="Mohamed Fareed" userId="bb3499f240b33ede" providerId="LiveId" clId="{F986CEF2-A85E-4152-8E0B-B052334681D6}" dt="2025-12-24T16:20:35.263" v="809"/>
          <ac:spMkLst>
            <pc:docMk/>
            <pc:sldMk cId="0" sldId="270"/>
            <ac:spMk id="3" creationId="{FAD87A1A-ABAF-E523-29AD-F189DD8F2D58}"/>
          </ac:spMkLst>
        </pc:spChg>
        <pc:spChg chg="add">
          <ac:chgData name="Mohamed Fareed" userId="bb3499f240b33ede" providerId="LiveId" clId="{F986CEF2-A85E-4152-8E0B-B052334681D6}" dt="2025-12-24T16:21:35.224" v="818"/>
          <ac:spMkLst>
            <pc:docMk/>
            <pc:sldMk cId="0" sldId="270"/>
            <ac:spMk id="4" creationId="{868CE805-49E0-6D19-5999-8E72F9B7DA2D}"/>
          </ac:spMkLst>
        </pc:spChg>
        <pc:spChg chg="add">
          <ac:chgData name="Mohamed Fareed" userId="bb3499f240b33ede" providerId="LiveId" clId="{F986CEF2-A85E-4152-8E0B-B052334681D6}" dt="2025-12-24T16:21:42.653" v="819"/>
          <ac:spMkLst>
            <pc:docMk/>
            <pc:sldMk cId="0" sldId="270"/>
            <ac:spMk id="5" creationId="{2CC208EE-436A-054C-4606-D82BF6CBDA8C}"/>
          </ac:spMkLst>
        </pc:spChg>
        <pc:spChg chg="mod">
          <ac:chgData name="Mohamed Fareed" userId="bb3499f240b33ede" providerId="LiveId" clId="{F986CEF2-A85E-4152-8E0B-B052334681D6}" dt="2025-12-24T16:21:58.680" v="823"/>
          <ac:spMkLst>
            <pc:docMk/>
            <pc:sldMk cId="0" sldId="270"/>
            <ac:spMk id="183" creationId="{00000000-0000-0000-0000-000000000000}"/>
          </ac:spMkLst>
        </pc:spChg>
      </pc:sldChg>
      <pc:sldChg chg="addSp modSp mod">
        <pc:chgData name="Mohamed Fareed" userId="bb3499f240b33ede" providerId="LiveId" clId="{F986CEF2-A85E-4152-8E0B-B052334681D6}" dt="2025-12-24T16:24:22.706" v="854" actId="255"/>
        <pc:sldMkLst>
          <pc:docMk/>
          <pc:sldMk cId="0" sldId="271"/>
        </pc:sldMkLst>
        <pc:spChg chg="add">
          <ac:chgData name="Mohamed Fareed" userId="bb3499f240b33ede" providerId="LiveId" clId="{F986CEF2-A85E-4152-8E0B-B052334681D6}" dt="2025-12-24T16:22:19.618" v="830"/>
          <ac:spMkLst>
            <pc:docMk/>
            <pc:sldMk cId="0" sldId="271"/>
            <ac:spMk id="2" creationId="{F93FBC80-AF65-9438-FA1F-05F08D891495}"/>
          </ac:spMkLst>
        </pc:spChg>
        <pc:spChg chg="mod">
          <ac:chgData name="Mohamed Fareed" userId="bb3499f240b33ede" providerId="LiveId" clId="{F986CEF2-A85E-4152-8E0B-B052334681D6}" dt="2025-12-24T16:24:22.706" v="854" actId="255"/>
          <ac:spMkLst>
            <pc:docMk/>
            <pc:sldMk cId="0" sldId="271"/>
            <ac:spMk id="189" creationId="{00000000-0000-0000-0000-000000000000}"/>
          </ac:spMkLst>
        </pc:spChg>
      </pc:sldChg>
      <pc:sldChg chg="modSp mod">
        <pc:chgData name="Mohamed Fareed" userId="bb3499f240b33ede" providerId="LiveId" clId="{F986CEF2-A85E-4152-8E0B-B052334681D6}" dt="2025-12-24T15:53:59.548" v="623" actId="255"/>
        <pc:sldMkLst>
          <pc:docMk/>
          <pc:sldMk cId="0" sldId="272"/>
        </pc:sldMkLst>
        <pc:spChg chg="mod">
          <ac:chgData name="Mohamed Fareed" userId="bb3499f240b33ede" providerId="LiveId" clId="{F986CEF2-A85E-4152-8E0B-B052334681D6}" dt="2025-12-24T15:53:59.548" v="623" actId="255"/>
          <ac:spMkLst>
            <pc:docMk/>
            <pc:sldMk cId="0" sldId="272"/>
            <ac:spMk id="195" creationId="{00000000-0000-0000-0000-000000000000}"/>
          </ac:spMkLst>
        </pc:spChg>
      </pc:sldChg>
      <pc:sldChg chg="modSp mod">
        <pc:chgData name="Mohamed Fareed" userId="bb3499f240b33ede" providerId="LiveId" clId="{F986CEF2-A85E-4152-8E0B-B052334681D6}" dt="2025-12-24T15:55:08.925" v="631" actId="14100"/>
        <pc:sldMkLst>
          <pc:docMk/>
          <pc:sldMk cId="0" sldId="273"/>
        </pc:sldMkLst>
        <pc:spChg chg="mod">
          <ac:chgData name="Mohamed Fareed" userId="bb3499f240b33ede" providerId="LiveId" clId="{F986CEF2-A85E-4152-8E0B-B052334681D6}" dt="2025-12-24T15:55:08.925" v="631" actId="14100"/>
          <ac:spMkLst>
            <pc:docMk/>
            <pc:sldMk cId="0" sldId="273"/>
            <ac:spMk id="201" creationId="{00000000-0000-0000-0000-000000000000}"/>
          </ac:spMkLst>
        </pc:spChg>
      </pc:sldChg>
      <pc:sldChg chg="addSp modSp mod">
        <pc:chgData name="Mohamed Fareed" userId="bb3499f240b33ede" providerId="LiveId" clId="{F986CEF2-A85E-4152-8E0B-B052334681D6}" dt="2025-12-24T16:00:55.149" v="665" actId="113"/>
        <pc:sldMkLst>
          <pc:docMk/>
          <pc:sldMk cId="0" sldId="274"/>
        </pc:sldMkLst>
        <pc:spChg chg="add">
          <ac:chgData name="Mohamed Fareed" userId="bb3499f240b33ede" providerId="LiveId" clId="{F986CEF2-A85E-4152-8E0B-B052334681D6}" dt="2025-12-24T15:56:44.492" v="632"/>
          <ac:spMkLst>
            <pc:docMk/>
            <pc:sldMk cId="0" sldId="274"/>
            <ac:spMk id="2" creationId="{20976A97-86B6-5EA1-B322-29CF972EA023}"/>
          </ac:spMkLst>
        </pc:spChg>
        <pc:spChg chg="add">
          <ac:chgData name="Mohamed Fareed" userId="bb3499f240b33ede" providerId="LiveId" clId="{F986CEF2-A85E-4152-8E0B-B052334681D6}" dt="2025-12-24T15:56:49.162" v="635"/>
          <ac:spMkLst>
            <pc:docMk/>
            <pc:sldMk cId="0" sldId="274"/>
            <ac:spMk id="3" creationId="{212E2513-D59F-C733-3FC7-E5D5A7B95118}"/>
          </ac:spMkLst>
        </pc:spChg>
        <pc:spChg chg="mod">
          <ac:chgData name="Mohamed Fareed" userId="bb3499f240b33ede" providerId="LiveId" clId="{F986CEF2-A85E-4152-8E0B-B052334681D6}" dt="2025-12-24T15:58:55.331" v="655" actId="113"/>
          <ac:spMkLst>
            <pc:docMk/>
            <pc:sldMk cId="0" sldId="274"/>
            <ac:spMk id="206" creationId="{00000000-0000-0000-0000-000000000000}"/>
          </ac:spMkLst>
        </pc:spChg>
        <pc:spChg chg="mod">
          <ac:chgData name="Mohamed Fareed" userId="bb3499f240b33ede" providerId="LiveId" clId="{F986CEF2-A85E-4152-8E0B-B052334681D6}" dt="2025-12-24T16:00:55.149" v="665" actId="113"/>
          <ac:spMkLst>
            <pc:docMk/>
            <pc:sldMk cId="0" sldId="274"/>
            <ac:spMk id="207" creationId="{00000000-0000-0000-0000-000000000000}"/>
          </ac:spMkLst>
        </pc:spChg>
      </pc:sldChg>
      <pc:sldChg chg="modSp del mod">
        <pc:chgData name="Mohamed Fareed" userId="bb3499f240b33ede" providerId="LiveId" clId="{F986CEF2-A85E-4152-8E0B-B052334681D6}" dt="2025-12-24T16:03:31.635" v="696" actId="2696"/>
        <pc:sldMkLst>
          <pc:docMk/>
          <pc:sldMk cId="0" sldId="275"/>
        </pc:sldMkLst>
        <pc:spChg chg="mod">
          <ac:chgData name="Mohamed Fareed" userId="bb3499f240b33ede" providerId="LiveId" clId="{F986CEF2-A85E-4152-8E0B-B052334681D6}" dt="2025-12-24T16:03:07.098" v="695" actId="255"/>
          <ac:spMkLst>
            <pc:docMk/>
            <pc:sldMk cId="0" sldId="275"/>
            <ac:spMk id="213" creationId="{00000000-0000-0000-0000-000000000000}"/>
          </ac:spMkLst>
        </pc:spChg>
      </pc:sldChg>
      <pc:sldChg chg="addSp delSp modSp mod">
        <pc:chgData name="Mohamed Fareed" userId="bb3499f240b33ede" providerId="LiveId" clId="{F986CEF2-A85E-4152-8E0B-B052334681D6}" dt="2025-12-24T16:08:26.519" v="735" actId="113"/>
        <pc:sldMkLst>
          <pc:docMk/>
          <pc:sldMk cId="0" sldId="276"/>
        </pc:sldMkLst>
        <pc:spChg chg="add">
          <ac:chgData name="Mohamed Fareed" userId="bb3499f240b33ede" providerId="LiveId" clId="{F986CEF2-A85E-4152-8E0B-B052334681D6}" dt="2025-12-24T16:06:48.736" v="711"/>
          <ac:spMkLst>
            <pc:docMk/>
            <pc:sldMk cId="0" sldId="276"/>
            <ac:spMk id="2" creationId="{B3583523-F961-AD0E-0DE3-9C2268DB19D0}"/>
          </ac:spMkLst>
        </pc:spChg>
        <pc:spChg chg="add">
          <ac:chgData name="Mohamed Fareed" userId="bb3499f240b33ede" providerId="LiveId" clId="{F986CEF2-A85E-4152-8E0B-B052334681D6}" dt="2025-12-24T16:07:24.622" v="720"/>
          <ac:spMkLst>
            <pc:docMk/>
            <pc:sldMk cId="0" sldId="276"/>
            <ac:spMk id="3" creationId="{72967FC9-34DF-0FF7-AA97-6CF6D3E2FF3F}"/>
          </ac:spMkLst>
        </pc:spChg>
        <pc:spChg chg="add mod">
          <ac:chgData name="Mohamed Fareed" userId="bb3499f240b33ede" providerId="LiveId" clId="{F986CEF2-A85E-4152-8E0B-B052334681D6}" dt="2025-12-24T16:07:40.575" v="727"/>
          <ac:spMkLst>
            <pc:docMk/>
            <pc:sldMk cId="0" sldId="276"/>
            <ac:spMk id="4" creationId="{C5D7736E-4ED0-ECA3-C856-46BA04EF8E6A}"/>
          </ac:spMkLst>
        </pc:spChg>
        <pc:spChg chg="add mod">
          <ac:chgData name="Mohamed Fareed" userId="bb3499f240b33ede" providerId="LiveId" clId="{F986CEF2-A85E-4152-8E0B-B052334681D6}" dt="2025-12-24T16:07:39.626" v="725"/>
          <ac:spMkLst>
            <pc:docMk/>
            <pc:sldMk cId="0" sldId="276"/>
            <ac:spMk id="5" creationId="{42816704-8207-622F-4DE5-B97507B34389}"/>
          </ac:spMkLst>
        </pc:spChg>
        <pc:spChg chg="add">
          <ac:chgData name="Mohamed Fareed" userId="bb3499f240b33ede" providerId="LiveId" clId="{F986CEF2-A85E-4152-8E0B-B052334681D6}" dt="2025-12-24T16:07:50.638" v="729"/>
          <ac:spMkLst>
            <pc:docMk/>
            <pc:sldMk cId="0" sldId="276"/>
            <ac:spMk id="6" creationId="{A4124199-0102-76D9-6BC8-9E5FEBA643DE}"/>
          </ac:spMkLst>
        </pc:spChg>
        <pc:spChg chg="mod">
          <ac:chgData name="Mohamed Fareed" userId="bb3499f240b33ede" providerId="LiveId" clId="{F986CEF2-A85E-4152-8E0B-B052334681D6}" dt="2025-12-24T16:08:26.519" v="735" actId="113"/>
          <ac:spMkLst>
            <pc:docMk/>
            <pc:sldMk cId="0" sldId="276"/>
            <ac:spMk id="219" creationId="{00000000-0000-0000-0000-000000000000}"/>
          </ac:spMkLst>
        </pc:spChg>
        <pc:picChg chg="del">
          <ac:chgData name="Mohamed Fareed" userId="bb3499f240b33ede" providerId="LiveId" clId="{F986CEF2-A85E-4152-8E0B-B052334681D6}" dt="2025-12-24T16:06:45.733" v="710" actId="478"/>
          <ac:picMkLst>
            <pc:docMk/>
            <pc:sldMk cId="0" sldId="276"/>
            <ac:picMk id="220" creationId="{00000000-0000-0000-0000-000000000000}"/>
          </ac:picMkLst>
        </pc:picChg>
      </pc:sldChg>
      <pc:sldChg chg="del">
        <pc:chgData name="Mohamed Fareed" userId="bb3499f240b33ede" providerId="LiveId" clId="{F986CEF2-A85E-4152-8E0B-B052334681D6}" dt="2025-12-24T16:08:43.626" v="736" actId="2696"/>
        <pc:sldMkLst>
          <pc:docMk/>
          <pc:sldMk cId="0" sldId="277"/>
        </pc:sldMkLst>
      </pc:sldChg>
      <pc:sldChg chg="del">
        <pc:chgData name="Mohamed Fareed" userId="bb3499f240b33ede" providerId="LiveId" clId="{F986CEF2-A85E-4152-8E0B-B052334681D6}" dt="2025-12-24T16:09:19.158" v="737" actId="2696"/>
        <pc:sldMkLst>
          <pc:docMk/>
          <pc:sldMk cId="0" sldId="278"/>
        </pc:sldMkLst>
      </pc:sldChg>
      <pc:sldChg chg="del">
        <pc:chgData name="Mohamed Fareed" userId="bb3499f240b33ede" providerId="LiveId" clId="{F986CEF2-A85E-4152-8E0B-B052334681D6}" dt="2025-12-24T16:09:19.158" v="737" actId="2696"/>
        <pc:sldMkLst>
          <pc:docMk/>
          <pc:sldMk cId="0" sldId="279"/>
        </pc:sldMkLst>
      </pc:sldChg>
      <pc:sldChg chg="del">
        <pc:chgData name="Mohamed Fareed" userId="bb3499f240b33ede" providerId="LiveId" clId="{F986CEF2-A85E-4152-8E0B-B052334681D6}" dt="2025-12-24T16:09:19.158" v="737" actId="2696"/>
        <pc:sldMkLst>
          <pc:docMk/>
          <pc:sldMk cId="0" sldId="280"/>
        </pc:sldMkLst>
      </pc:sldChg>
      <pc:sldChg chg="addSp delSp modSp mod">
        <pc:chgData name="Mohamed Fareed" userId="bb3499f240b33ede" providerId="LiveId" clId="{F986CEF2-A85E-4152-8E0B-B052334681D6}" dt="2025-12-24T16:18:55.229" v="807" actId="14100"/>
        <pc:sldMkLst>
          <pc:docMk/>
          <pc:sldMk cId="0" sldId="281"/>
        </pc:sldMkLst>
        <pc:picChg chg="add mod">
          <ac:chgData name="Mohamed Fareed" userId="bb3499f240b33ede" providerId="LiveId" clId="{F986CEF2-A85E-4152-8E0B-B052334681D6}" dt="2025-12-24T16:18:55.229" v="807" actId="14100"/>
          <ac:picMkLst>
            <pc:docMk/>
            <pc:sldMk cId="0" sldId="281"/>
            <ac:picMk id="3" creationId="{35CC854F-A2BA-6FED-E3AD-AC9B40CF1ACC}"/>
          </ac:picMkLst>
        </pc:picChg>
        <pc:picChg chg="del">
          <ac:chgData name="Mohamed Fareed" userId="bb3499f240b33ede" providerId="LiveId" clId="{F986CEF2-A85E-4152-8E0B-B052334681D6}" dt="2025-12-24T16:18:49.541" v="803" actId="478"/>
          <ac:picMkLst>
            <pc:docMk/>
            <pc:sldMk cId="0" sldId="281"/>
            <ac:picMk id="259" creationId="{00000000-0000-0000-0000-000000000000}"/>
          </ac:picMkLst>
        </pc:picChg>
      </pc:sldChg>
      <pc:sldChg chg="delSp modSp mod">
        <pc:chgData name="Mohamed Fareed" userId="bb3499f240b33ede" providerId="LiveId" clId="{F986CEF2-A85E-4152-8E0B-B052334681D6}" dt="2025-12-24T16:13:13.146" v="770" actId="20577"/>
        <pc:sldMkLst>
          <pc:docMk/>
          <pc:sldMk cId="0" sldId="282"/>
        </pc:sldMkLst>
        <pc:spChg chg="mod">
          <ac:chgData name="Mohamed Fareed" userId="bb3499f240b33ede" providerId="LiveId" clId="{F986CEF2-A85E-4152-8E0B-B052334681D6}" dt="2025-12-24T16:13:13.146" v="770" actId="20577"/>
          <ac:spMkLst>
            <pc:docMk/>
            <pc:sldMk cId="0" sldId="282"/>
            <ac:spMk id="265" creationId="{00000000-0000-0000-0000-000000000000}"/>
          </ac:spMkLst>
        </pc:spChg>
        <pc:picChg chg="del">
          <ac:chgData name="Mohamed Fareed" userId="bb3499f240b33ede" providerId="LiveId" clId="{F986CEF2-A85E-4152-8E0B-B052334681D6}" dt="2025-12-24T16:11:47.168" v="749" actId="478"/>
          <ac:picMkLst>
            <pc:docMk/>
            <pc:sldMk cId="0" sldId="282"/>
            <ac:picMk id="266" creationId="{00000000-0000-0000-0000-000000000000}"/>
          </ac:picMkLst>
        </pc:picChg>
      </pc:sldChg>
      <pc:sldChg chg="modSp mod">
        <pc:chgData name="Mohamed Fareed" userId="bb3499f240b33ede" providerId="LiveId" clId="{F986CEF2-A85E-4152-8E0B-B052334681D6}" dt="2025-12-24T16:15:01.531" v="785" actId="15"/>
        <pc:sldMkLst>
          <pc:docMk/>
          <pc:sldMk cId="0" sldId="283"/>
        </pc:sldMkLst>
        <pc:spChg chg="mod">
          <ac:chgData name="Mohamed Fareed" userId="bb3499f240b33ede" providerId="LiveId" clId="{F986CEF2-A85E-4152-8E0B-B052334681D6}" dt="2025-12-24T16:15:01.531" v="785" actId="15"/>
          <ac:spMkLst>
            <pc:docMk/>
            <pc:sldMk cId="0" sldId="283"/>
            <ac:spMk id="272" creationId="{00000000-0000-0000-0000-000000000000}"/>
          </ac:spMkLst>
        </pc:spChg>
      </pc:sldChg>
      <pc:sldChg chg="modSp mod">
        <pc:chgData name="Mohamed Fareed" userId="bb3499f240b33ede" providerId="LiveId" clId="{F986CEF2-A85E-4152-8E0B-B052334681D6}" dt="2025-12-24T16:16:58.645" v="799" actId="15"/>
        <pc:sldMkLst>
          <pc:docMk/>
          <pc:sldMk cId="0" sldId="284"/>
        </pc:sldMkLst>
        <pc:spChg chg="mod">
          <ac:chgData name="Mohamed Fareed" userId="bb3499f240b33ede" providerId="LiveId" clId="{F986CEF2-A85E-4152-8E0B-B052334681D6}" dt="2025-12-24T16:16:58.645" v="799" actId="15"/>
          <ac:spMkLst>
            <pc:docMk/>
            <pc:sldMk cId="0" sldId="284"/>
            <ac:spMk id="278" creationId="{00000000-0000-0000-0000-000000000000}"/>
          </ac:spMkLst>
        </pc:spChg>
      </pc:sldChg>
      <pc:sldChg chg="modSp mod">
        <pc:chgData name="Mohamed Fareed" userId="bb3499f240b33ede" providerId="LiveId" clId="{F986CEF2-A85E-4152-8E0B-B052334681D6}" dt="2025-12-24T16:17:25.791" v="801" actId="27636"/>
        <pc:sldMkLst>
          <pc:docMk/>
          <pc:sldMk cId="0" sldId="285"/>
        </pc:sldMkLst>
        <pc:spChg chg="mod">
          <ac:chgData name="Mohamed Fareed" userId="bb3499f240b33ede" providerId="LiveId" clId="{F986CEF2-A85E-4152-8E0B-B052334681D6}" dt="2025-12-24T16:17:25.791" v="801" actId="27636"/>
          <ac:spMkLst>
            <pc:docMk/>
            <pc:sldMk cId="0" sldId="285"/>
            <ac:spMk id="284" creationId="{00000000-0000-0000-0000-000000000000}"/>
          </ac:spMkLst>
        </pc:spChg>
      </pc:sldChg>
      <pc:sldChg chg="del">
        <pc:chgData name="Mohamed Fareed" userId="bb3499f240b33ede" providerId="LiveId" clId="{F986CEF2-A85E-4152-8E0B-B052334681D6}" dt="2025-12-24T16:17:34.018" v="802" actId="47"/>
        <pc:sldMkLst>
          <pc:docMk/>
          <pc:sldMk cId="0" sldId="286"/>
        </pc:sldMkLst>
      </pc:sldChg>
      <pc:sldChg chg="new del">
        <pc:chgData name="Mohamed Fareed" userId="bb3499f240b33ede" providerId="LiveId" clId="{F986CEF2-A85E-4152-8E0B-B052334681D6}" dt="2025-12-24T12:07:55.761" v="376" actId="680"/>
        <pc:sldMkLst>
          <pc:docMk/>
          <pc:sldMk cId="832124490" sldId="288"/>
        </pc:sldMkLst>
      </pc:sldChg>
      <pc:sldChg chg="new del">
        <pc:chgData name="Mohamed Fareed" userId="bb3499f240b33ede" providerId="LiveId" clId="{F986CEF2-A85E-4152-8E0B-B052334681D6}" dt="2025-12-24T11:50:35.564" v="127" actId="680"/>
        <pc:sldMkLst>
          <pc:docMk/>
          <pc:sldMk cId="2120650673" sldId="288"/>
        </pc:sldMkLst>
      </pc:sldChg>
      <pc:sldChg chg="new del">
        <pc:chgData name="Mohamed Fareed" userId="bb3499f240b33ede" providerId="LiveId" clId="{F986CEF2-A85E-4152-8E0B-B052334681D6}" dt="2025-12-24T15:59:32.057" v="657" actId="680"/>
        <pc:sldMkLst>
          <pc:docMk/>
          <pc:sldMk cId="2523237245" sldId="288"/>
        </pc:sldMkLst>
      </pc:sldChg>
      <pc:sldChg chg="modSp add mod">
        <pc:chgData name="Mohamed Fareed" userId="bb3499f240b33ede" providerId="LiveId" clId="{F986CEF2-A85E-4152-8E0B-B052334681D6}" dt="2025-12-24T16:04:59.512" v="709" actId="12"/>
        <pc:sldMkLst>
          <pc:docMk/>
          <pc:sldMk cId="3839545966" sldId="288"/>
        </pc:sldMkLst>
        <pc:spChg chg="mod">
          <ac:chgData name="Mohamed Fareed" userId="bb3499f240b33ede" providerId="LiveId" clId="{F986CEF2-A85E-4152-8E0B-B052334681D6}" dt="2025-12-24T16:04:59.512" v="709" actId="12"/>
          <ac:spMkLst>
            <pc:docMk/>
            <pc:sldMk cId="3839545966" sldId="288"/>
            <ac:spMk id="207" creationId="{8941449E-72F0-0259-76C5-A9D9FB23B285}"/>
          </ac:spMkLst>
        </pc:spChg>
      </pc:sldChg>
      <pc:sldMasterChg chg="delSldLayout">
        <pc:chgData name="Mohamed Fareed" userId="bb3499f240b33ede" providerId="LiveId" clId="{F986CEF2-A85E-4152-8E0B-B052334681D6}" dt="2025-12-24T16:17:34.018" v="802" actId="47"/>
        <pc:sldMasterMkLst>
          <pc:docMk/>
          <pc:sldMasterMk cId="0" sldId="2147483660"/>
        </pc:sldMasterMkLst>
        <pc:sldLayoutChg chg="del">
          <pc:chgData name="Mohamed Fareed" userId="bb3499f240b33ede" providerId="LiveId" clId="{F986CEF2-A85E-4152-8E0B-B052334681D6}" dt="2025-12-24T16:17:34.018" v="802" actId="47"/>
          <pc:sldLayoutMkLst>
            <pc:docMk/>
            <pc:sldMasterMk cId="0" sldId="2147483660"/>
            <pc:sldLayoutMk cId="0" sldId="21474836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708025"/>
            <a:ext cx="4535488" cy="34020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915294" y="4343703"/>
            <a:ext cx="5027414" cy="409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75" tIns="44825" rIns="89675" bIns="44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ab543ebe9_1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g3aab543ebe9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2549817B-78CA-4DD1-90DE-14A3A656B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:notes">
            <a:extLst>
              <a:ext uri="{FF2B5EF4-FFF2-40B4-BE49-F238E27FC236}">
                <a16:creationId xmlns:a16="http://schemas.microsoft.com/office/drawing/2014/main" id="{7EC27DBF-E35C-1E32-9B45-4404D7C987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22:notes">
            <a:extLst>
              <a:ext uri="{FF2B5EF4-FFF2-40B4-BE49-F238E27FC236}">
                <a16:creationId xmlns:a16="http://schemas.microsoft.com/office/drawing/2014/main" id="{49C59E05-156B-1752-5D02-DC1532764F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28969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/>
        </p:nvSpPr>
        <p:spPr>
          <a:xfrm>
            <a:off x="1371600" y="6687979"/>
            <a:ext cx="59848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SEC-  DEPARTMENT OF AIML– 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- 1 –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PROJECTWORK1</a:t>
            </a: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slide# -</a:t>
            </a: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457200" y="274638"/>
            <a:ext cx="8229600" cy="584200"/>
          </a:xfrm>
          <a:prstGeom prst="rect">
            <a:avLst/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457200" y="1027113"/>
            <a:ext cx="8229600" cy="540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2" descr="C:\Users\ELCOT\Desktop\Saveetha Logo.png"/>
          <p:cNvPicPr preferRelativeResize="0"/>
          <p:nvPr/>
        </p:nvPicPr>
        <p:blipFill rotWithShape="1">
          <a:blip r:embed="rId2">
            <a:alphaModFix/>
          </a:blip>
          <a:srcRect r="26619" b="28149"/>
          <a:stretch/>
        </p:blipFill>
        <p:spPr>
          <a:xfrm>
            <a:off x="6588225" y="2899"/>
            <a:ext cx="2570075" cy="2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Projectwork1</a:t>
            </a: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(19AI701) – Review2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28600" y="990600"/>
            <a:ext cx="866775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lvl="0" algn="ctr">
              <a:buSzPct val="82352"/>
            </a:pPr>
            <a:r>
              <a:rPr lang="en-US" sz="3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Hybrid Quantum–Classical </a:t>
            </a:r>
            <a:r>
              <a:rPr lang="en-US" sz="3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CryptographicFrameworkfor</a:t>
            </a:r>
            <a:r>
              <a:rPr lang="en-US" sz="3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Secure Data Communication</a:t>
            </a:r>
            <a:br>
              <a:rPr lang="en-US" sz="3200" b="0" i="0" u="none" strike="noStrike" cap="none" dirty="0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</a:t>
            </a:r>
            <a:endParaRPr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MOHAMED FAREED(212222230082)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Clr>
                <a:schemeClr val="dk1"/>
              </a:buClr>
              <a:buSzPct val="109050"/>
            </a:pPr>
            <a:r>
              <a:rPr lang="en-US" sz="25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DevaDarshan A S(212222110007)</a:t>
            </a:r>
            <a:endParaRPr sz="25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Clr>
                <a:schemeClr val="dk1"/>
              </a:buClr>
              <a:buSzPct val="109050"/>
            </a:pPr>
            <a:r>
              <a:rPr lang="en-US" sz="25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Adhithya Perumal D(212222230007)</a:t>
            </a:r>
            <a:endParaRPr sz="25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2022-2026 Batch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TEAM NO: 205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000"/>
              <a:buFont typeface="Arial"/>
              <a:buNone/>
            </a:pPr>
            <a:endParaRPr sz="4345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505"/>
              <a:buFont typeface="Arial"/>
              <a:buNone/>
            </a:pPr>
            <a:r>
              <a:rPr lang="en-US" sz="3141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of:</a:t>
            </a:r>
            <a:endParaRPr sz="314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Clr>
                <a:schemeClr val="dk1"/>
              </a:buClr>
              <a:buSzPct val="88505"/>
            </a:pPr>
            <a:r>
              <a:rPr lang="en-US" sz="3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Ms.PANIMALAR</a:t>
            </a: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S.P</a:t>
            </a:r>
            <a:endParaRPr sz="314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Clr>
                <a:schemeClr val="dk1"/>
              </a:buClr>
              <a:buSzPct val="88505"/>
            </a:pPr>
            <a:r>
              <a:rPr lang="en-IN" sz="3200" dirty="0"/>
              <a:t>Department of Information Technology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-304800" y="5486400"/>
            <a:ext cx="9829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3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ARTIFICIAL INTELLIGENCE AND MACHINE LEARNING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5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SAVEETHA ENGINEERING COLLEGE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(Autonomous Institution – UGC, Govt. of India)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(Affiliated to Anna University, Approved by AICTE - Accredited by NBA &amp; NAAC – ‘A’ Grade - ISO 9001:2015 Certified)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Saveetha Nagar, Thandalam, Chennai-602 105, TamilNadu, INDIA.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42950" marR="0" lvl="1" indent="-201294" algn="l" rtl="0">
              <a:lnSpc>
                <a:spcPct val="100000"/>
              </a:lnSpc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1000" y="5105400"/>
            <a:ext cx="6858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Introduction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Statement of the Problem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Scope of the project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Methodology </a:t>
            </a:r>
            <a:endParaRPr dirty="0"/>
          </a:p>
          <a:p>
            <a:pPr marL="914400" lvl="1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Architectural Diagram</a:t>
            </a:r>
            <a:endParaRPr dirty="0"/>
          </a:p>
          <a:p>
            <a:pPr marL="914400" lvl="1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Flow</a:t>
            </a:r>
            <a:endParaRPr dirty="0"/>
          </a:p>
          <a:p>
            <a:pPr marL="914400" lvl="1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Algorithm used</a:t>
            </a:r>
            <a:endParaRPr dirty="0"/>
          </a:p>
          <a:p>
            <a:pPr marL="914400" lvl="1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Design - Use Case Diagram, Class Diagram</a:t>
            </a:r>
            <a:endParaRPr dirty="0"/>
          </a:p>
          <a:p>
            <a:pPr marL="914400" lvl="1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Implementation</a:t>
            </a:r>
            <a:endParaRPr dirty="0"/>
          </a:p>
          <a:p>
            <a:pPr marL="914400" lvl="1" indent="-339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-US" dirty="0"/>
              <a:t>Important code segments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Output, Results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Test Cases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Conclusions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Future work</a:t>
            </a:r>
            <a:endParaRPr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 dirty="0"/>
              <a:t>References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sz="2800" dirty="0"/>
              <a:t>Digital communication growth demands strong protection for sensitive data.</a:t>
            </a:r>
            <a:br>
              <a:rPr lang="en-US" sz="2800" dirty="0"/>
            </a:br>
            <a:r>
              <a:rPr lang="en-US" sz="2800" dirty="0"/>
              <a:t>Classical cryptography faces threats from future quantum attacks.</a:t>
            </a:r>
            <a:br>
              <a:rPr lang="en-US" sz="2800" dirty="0"/>
            </a:br>
            <a:r>
              <a:rPr lang="en-US" sz="2800" dirty="0"/>
              <a:t>Quantum cryptography is secure but difficult to deploy at scale.</a:t>
            </a:r>
          </a:p>
          <a:p>
            <a:r>
              <a:rPr lang="en-US" sz="2800" dirty="0"/>
              <a:t>This project proposes a hybrid quantum–classical cryptographic framework.</a:t>
            </a:r>
            <a:br>
              <a:rPr lang="en-US" sz="2800" dirty="0"/>
            </a:br>
            <a:r>
              <a:rPr lang="en-US" sz="2800" dirty="0"/>
              <a:t>It integrates QKD with post-quantum and classical encryption.</a:t>
            </a:r>
            <a:br>
              <a:rPr lang="en-US" sz="2800" dirty="0"/>
            </a:br>
            <a:r>
              <a:rPr lang="en-US" sz="2800" dirty="0"/>
              <a:t>The system ensures secure, efficient, and future-ready communication.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Statement of the Problem</a:t>
            </a:r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lvl="0">
              <a:spcBef>
                <a:spcPts val="520"/>
              </a:spcBef>
            </a:pPr>
            <a:r>
              <a:rPr lang="en-US" sz="2800" dirty="0"/>
              <a:t>Existing cryptographic systems rely on mathematical complexity, which can be broken by quantum computers</a:t>
            </a:r>
          </a:p>
          <a:p>
            <a:pPr lvl="0">
              <a:spcBef>
                <a:spcPts val="520"/>
              </a:spcBef>
            </a:pPr>
            <a:r>
              <a:rPr lang="en-IN" sz="2800" dirty="0"/>
              <a:t>Algorithms like RSA and Elliptic Curve Cryptography are vulnerable to Shor’s Algorithm</a:t>
            </a:r>
          </a:p>
          <a:p>
            <a:pPr lvl="0">
              <a:spcBef>
                <a:spcPts val="520"/>
              </a:spcBef>
            </a:pPr>
            <a:r>
              <a:rPr lang="en-US" sz="2800" dirty="0"/>
              <a:t>This threatens data confidentiality and long-term security</a:t>
            </a:r>
          </a:p>
          <a:p>
            <a:pPr lvl="0">
              <a:spcBef>
                <a:spcPts val="520"/>
              </a:spcBef>
            </a:pPr>
            <a:r>
              <a:rPr lang="en-US" sz="2800" dirty="0"/>
              <a:t>Pure quantum cryptographic solutions are secure but costly and hard to deploy</a:t>
            </a:r>
          </a:p>
          <a:p>
            <a:pPr lvl="0">
              <a:spcBef>
                <a:spcPts val="520"/>
              </a:spcBef>
            </a:pPr>
            <a:r>
              <a:rPr lang="en-US" sz="2800" dirty="0"/>
              <a:t>There is a need for a practical, scalable, and quantum-resistant framework</a:t>
            </a:r>
          </a:p>
          <a:p>
            <a:pPr lvl="0">
              <a:spcBef>
                <a:spcPts val="520"/>
              </a:spcBef>
            </a:pPr>
            <a:r>
              <a:rPr lang="en-US" sz="2800" dirty="0"/>
              <a:t>The challenge is to design a system secure against quantum attacks while remaining compatible with existing 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Scope of the project</a:t>
            </a:r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86079">
              <a:spcBef>
                <a:spcPts val="520"/>
              </a:spcBef>
              <a:buSzPct val="114285"/>
            </a:pPr>
            <a:r>
              <a:rPr lang="en-US" sz="2600" dirty="0"/>
              <a:t>Design and implementation of a hybrid cryptographic framework</a:t>
            </a:r>
          </a:p>
          <a:p>
            <a:pPr lvl="0" indent="-386079">
              <a:spcBef>
                <a:spcPts val="520"/>
              </a:spcBef>
              <a:buSzPct val="114285"/>
            </a:pPr>
            <a:r>
              <a:rPr lang="en-US" sz="2600" dirty="0"/>
              <a:t>Integration of Quantum Key Distribution (QKD) with classical and post-quantum encryption</a:t>
            </a:r>
          </a:p>
          <a:p>
            <a:pPr lvl="0" indent="-386079">
              <a:spcBef>
                <a:spcPts val="520"/>
              </a:spcBef>
              <a:buSzPct val="114285"/>
            </a:pPr>
            <a:r>
              <a:rPr lang="en-US" sz="2600" dirty="0"/>
              <a:t>Focus on secure key generation, key management, encryption, and decryption</a:t>
            </a:r>
          </a:p>
          <a:p>
            <a:pPr lvl="0" indent="-386079">
              <a:spcBef>
                <a:spcPts val="520"/>
              </a:spcBef>
              <a:buSzPct val="114285"/>
            </a:pPr>
            <a:r>
              <a:rPr lang="en-US" sz="2600" dirty="0"/>
              <a:t>Secure data transmission demonstrated through software simulation tools</a:t>
            </a:r>
          </a:p>
          <a:p>
            <a:pPr lvl="0" indent="-386079">
              <a:spcBef>
                <a:spcPts val="520"/>
              </a:spcBef>
              <a:buSzPct val="114285"/>
            </a:pPr>
            <a:r>
              <a:rPr lang="en-US" sz="2600" dirty="0"/>
              <a:t>Implementation limited to prototype-level simulation, not real quantum hardware</a:t>
            </a:r>
          </a:p>
          <a:p>
            <a:pPr lvl="0" indent="-386079">
              <a:spcBef>
                <a:spcPts val="520"/>
              </a:spcBef>
              <a:buSzPct val="114285"/>
            </a:pPr>
            <a:r>
              <a:rPr lang="en-US" sz="2600" dirty="0"/>
              <a:t>Evaluation based on security, performance, and adaptability for future quantum-resistant systems</a:t>
            </a:r>
          </a:p>
          <a:p>
            <a:pPr marL="71121" lvl="0" indent="0">
              <a:spcBef>
                <a:spcPts val="520"/>
              </a:spcBef>
              <a:buSzPct val="114285"/>
              <a:buNone/>
            </a:pP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Scope of the project</a:t>
            </a:r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915400" cy="5867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indent="-416560">
              <a:spcBef>
                <a:spcPts val="520"/>
              </a:spcBef>
              <a:buSzPct val="114285"/>
            </a:pPr>
            <a:r>
              <a:rPr lang="en-IN" dirty="0"/>
              <a:t>Limitations</a:t>
            </a:r>
          </a:p>
          <a:p>
            <a:pPr lvl="1" indent="-416560">
              <a:spcBef>
                <a:spcPts val="520"/>
              </a:spcBef>
              <a:buSzPct val="114285"/>
            </a:pPr>
            <a:r>
              <a:rPr lang="en-US" dirty="0"/>
              <a:t>Implementation is limited to software-based simulation</a:t>
            </a:r>
          </a:p>
          <a:p>
            <a:pPr lvl="1" indent="-416560">
              <a:spcBef>
                <a:spcPts val="520"/>
              </a:spcBef>
              <a:buSzPct val="114285"/>
            </a:pPr>
            <a:r>
              <a:rPr lang="en-US" dirty="0"/>
              <a:t>No use of real quantum communication hardware</a:t>
            </a:r>
          </a:p>
          <a:p>
            <a:pPr lvl="1" indent="-416560">
              <a:spcBef>
                <a:spcPts val="520"/>
              </a:spcBef>
              <a:buSzPct val="114285"/>
            </a:pPr>
            <a:r>
              <a:rPr lang="en-US" dirty="0"/>
              <a:t>Network conditions are assumed to be ideal and controlled</a:t>
            </a:r>
          </a:p>
          <a:p>
            <a:pPr lvl="1" indent="-416560">
              <a:spcBef>
                <a:spcPts val="520"/>
              </a:spcBef>
              <a:buSzPct val="114285"/>
            </a:pPr>
            <a:r>
              <a:rPr lang="en-US" dirty="0"/>
              <a:t>Performance results may differ in real-world deployment</a:t>
            </a:r>
            <a:endParaRPr lang="en-IN" dirty="0"/>
          </a:p>
          <a:p>
            <a:pPr lvl="0" indent="-416560">
              <a:spcBef>
                <a:spcPts val="520"/>
              </a:spcBef>
              <a:buSzPct val="114285"/>
            </a:pPr>
            <a:r>
              <a:rPr lang="en-IN" dirty="0"/>
              <a:t>Assumptions</a:t>
            </a:r>
          </a:p>
          <a:p>
            <a:pPr lvl="1" indent="-416560">
              <a:spcBef>
                <a:spcPts val="520"/>
              </a:spcBef>
              <a:buSzPct val="114285"/>
            </a:pPr>
            <a:r>
              <a:rPr lang="en-US" dirty="0"/>
              <a:t>Secure and authenticated communication channels are available</a:t>
            </a:r>
          </a:p>
          <a:p>
            <a:pPr lvl="1" indent="-416560">
              <a:spcBef>
                <a:spcPts val="520"/>
              </a:spcBef>
              <a:buSzPct val="114285"/>
            </a:pPr>
            <a:r>
              <a:rPr lang="en-US" dirty="0"/>
              <a:t>Quantum Key Distribution (QKD) is assumed to work without noise</a:t>
            </a:r>
          </a:p>
          <a:p>
            <a:pPr lvl="1" indent="-416560">
              <a:spcBef>
                <a:spcPts val="520"/>
              </a:spcBef>
              <a:buSzPct val="114285"/>
            </a:pPr>
            <a:r>
              <a:rPr lang="en-US" dirty="0"/>
              <a:t>Classical and post-quantum algorithms are correctly implemented</a:t>
            </a:r>
          </a:p>
          <a:p>
            <a:pPr lvl="1" indent="-416560">
              <a:spcBef>
                <a:spcPts val="520"/>
              </a:spcBef>
              <a:buSzPct val="114285"/>
            </a:pPr>
            <a:r>
              <a:rPr lang="en-US" dirty="0"/>
              <a:t>System users follow secure key-handling practices</a:t>
            </a:r>
          </a:p>
          <a:p>
            <a:pPr marL="497840" lvl="1" indent="0">
              <a:spcBef>
                <a:spcPts val="520"/>
              </a:spcBef>
              <a:buSzPct val="114285"/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Scope of the project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indent="-386079">
              <a:spcBef>
                <a:spcPts val="520"/>
              </a:spcBef>
              <a:buSzPct val="114285"/>
            </a:pPr>
            <a:r>
              <a:rPr lang="en-IN" dirty="0"/>
              <a:t>Key Technologies Used</a:t>
            </a:r>
          </a:p>
          <a:p>
            <a:pPr lvl="1" indent="-386079">
              <a:spcBef>
                <a:spcPts val="520"/>
              </a:spcBef>
              <a:buSzPct val="114285"/>
            </a:pPr>
            <a:r>
              <a:rPr lang="en-US" b="1" dirty="0"/>
              <a:t>Quantum Key Distribution (QKD):</a:t>
            </a:r>
            <a:r>
              <a:rPr lang="en-US" dirty="0"/>
              <a:t> Secure key exchange using quantum principles</a:t>
            </a:r>
          </a:p>
          <a:p>
            <a:pPr lvl="1" indent="-386079">
              <a:spcBef>
                <a:spcPts val="520"/>
              </a:spcBef>
              <a:buSzPct val="114285"/>
            </a:pPr>
            <a:r>
              <a:rPr lang="en-IN" b="1" dirty="0"/>
              <a:t>Post-Quantum Cryptography:</a:t>
            </a:r>
            <a:r>
              <a:rPr lang="en-IN" dirty="0"/>
              <a:t> Algorithms resistant to quantum attacks</a:t>
            </a:r>
          </a:p>
          <a:p>
            <a:pPr lvl="1" indent="-386079">
              <a:spcBef>
                <a:spcPts val="520"/>
              </a:spcBef>
              <a:buSzPct val="114285"/>
            </a:pPr>
            <a:r>
              <a:rPr lang="en-US" b="1" dirty="0"/>
              <a:t>Classical Encryption:</a:t>
            </a:r>
            <a:r>
              <a:rPr lang="en-US" dirty="0"/>
              <a:t> Used for data encryption and compatibility</a:t>
            </a:r>
          </a:p>
          <a:p>
            <a:pPr lvl="1" indent="-386079">
              <a:spcBef>
                <a:spcPts val="520"/>
              </a:spcBef>
              <a:buSzPct val="114285"/>
            </a:pPr>
            <a:r>
              <a:rPr lang="en-US" b="1" dirty="0"/>
              <a:t>Hybrid Key Management:</a:t>
            </a:r>
            <a:r>
              <a:rPr lang="en-US" dirty="0"/>
              <a:t> Combines quantum and classical keys securely</a:t>
            </a:r>
          </a:p>
          <a:p>
            <a:pPr lvl="1" indent="-386079">
              <a:spcBef>
                <a:spcPts val="520"/>
              </a:spcBef>
              <a:buSzPct val="114285"/>
            </a:pPr>
            <a:r>
              <a:rPr lang="en-US" b="1" dirty="0"/>
              <a:t>Simulation Tools:</a:t>
            </a:r>
            <a:r>
              <a:rPr lang="en-US" dirty="0"/>
              <a:t> Used to validate feasibility and performance</a:t>
            </a:r>
          </a:p>
          <a:p>
            <a:pPr lvl="1" indent="-386079">
              <a:spcBef>
                <a:spcPts val="520"/>
              </a:spcBef>
              <a:buSzPct val="114285"/>
            </a:pPr>
            <a:r>
              <a:rPr lang="en-US" b="1" dirty="0"/>
              <a:t>Secure Communication Protocols:</a:t>
            </a:r>
            <a:r>
              <a:rPr lang="en-US" dirty="0"/>
              <a:t> Ensure confidentiality and integrity</a:t>
            </a:r>
          </a:p>
          <a:p>
            <a:pPr marL="528321" lvl="1" indent="0">
              <a:spcBef>
                <a:spcPts val="520"/>
              </a:spcBef>
              <a:buSzPct val="114285"/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Methodology</a:t>
            </a: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915400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244" indent="-514350" algn="just">
              <a:lnSpc>
                <a:spcPct val="90000"/>
              </a:lnSpc>
              <a:spcBef>
                <a:spcPts val="1000"/>
              </a:spcBef>
            </a:pPr>
            <a:r>
              <a:rPr lang="en-US" sz="2500" dirty="0"/>
              <a:t>Study of classical, post-quantum, and quantum cryptographic techniques</a:t>
            </a:r>
          </a:p>
          <a:p>
            <a:pPr marL="514244" indent="-514350" algn="just">
              <a:lnSpc>
                <a:spcPct val="90000"/>
              </a:lnSpc>
              <a:spcBef>
                <a:spcPts val="1000"/>
              </a:spcBef>
            </a:pPr>
            <a:r>
              <a:rPr lang="en-US" sz="2500" dirty="0"/>
              <a:t>Design of a hybrid cryptographic model</a:t>
            </a:r>
          </a:p>
          <a:p>
            <a:pPr marL="514244" indent="-514350" algn="just">
              <a:lnSpc>
                <a:spcPct val="90000"/>
              </a:lnSpc>
              <a:spcBef>
                <a:spcPts val="1000"/>
              </a:spcBef>
            </a:pPr>
            <a:r>
              <a:rPr lang="en-US" sz="2500" dirty="0"/>
              <a:t>Quantum Key Distribution (QKD) generates a shared secret key</a:t>
            </a:r>
          </a:p>
          <a:p>
            <a:pPr marL="514244" indent="-514350" algn="just">
              <a:lnSpc>
                <a:spcPct val="90000"/>
              </a:lnSpc>
              <a:spcBef>
                <a:spcPts val="1000"/>
              </a:spcBef>
            </a:pPr>
            <a:r>
              <a:rPr lang="en-US" sz="2500" dirty="0"/>
              <a:t>QKD key is combined with a classical/post-quantum key to form a hybrid session key</a:t>
            </a:r>
          </a:p>
          <a:p>
            <a:pPr marL="514244" indent="-514350" algn="just">
              <a:lnSpc>
                <a:spcPct val="90000"/>
              </a:lnSpc>
              <a:spcBef>
                <a:spcPts val="1000"/>
              </a:spcBef>
            </a:pPr>
            <a:r>
              <a:rPr lang="en-US" sz="2500" dirty="0"/>
              <a:t>System implemented using Python and cryptographic libraries</a:t>
            </a:r>
          </a:p>
          <a:p>
            <a:pPr marL="514244" indent="-514350" algn="just">
              <a:lnSpc>
                <a:spcPct val="90000"/>
              </a:lnSpc>
              <a:spcBef>
                <a:spcPts val="1000"/>
              </a:spcBef>
            </a:pPr>
            <a:r>
              <a:rPr lang="en-US" sz="2500" dirty="0"/>
              <a:t>Secure communication simulated between sender and receiver</a:t>
            </a:r>
          </a:p>
          <a:p>
            <a:pPr marL="514244" indent="-514350" algn="just">
              <a:lnSpc>
                <a:spcPct val="90000"/>
              </a:lnSpc>
              <a:spcBef>
                <a:spcPts val="1000"/>
              </a:spcBef>
            </a:pPr>
            <a:r>
              <a:rPr lang="en-US" sz="2500" dirty="0"/>
              <a:t>Functional and security testing using black-box and white-box methods</a:t>
            </a:r>
          </a:p>
          <a:p>
            <a:pPr marL="514244" indent="-514350" algn="just">
              <a:lnSpc>
                <a:spcPct val="90000"/>
              </a:lnSpc>
              <a:spcBef>
                <a:spcPts val="1000"/>
              </a:spcBef>
            </a:pPr>
            <a:r>
              <a:rPr lang="en-US" sz="2500" dirty="0"/>
              <a:t>Performance evaluated based on encryption time and data integrity</a:t>
            </a:r>
            <a:endParaRPr sz="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319"/>
              <a:buFont typeface="Calibri"/>
              <a:buNone/>
            </a:pPr>
            <a:r>
              <a:rPr lang="en-US" sz="3759"/>
              <a:t>Architecture Diagram/Flow</a:t>
            </a:r>
            <a:endParaRPr/>
          </a:p>
        </p:txBody>
      </p:sp>
      <p:pic>
        <p:nvPicPr>
          <p:cNvPr id="4" name="Picture 2" descr="PlantUML Diagram">
            <a:extLst>
              <a:ext uri="{FF2B5EF4-FFF2-40B4-BE49-F238E27FC236}">
                <a16:creationId xmlns:a16="http://schemas.microsoft.com/office/drawing/2014/main" id="{EF5EA766-62B0-79AD-E403-C99A40F67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75348"/>
            <a:ext cx="8181975" cy="5101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 dirty="0"/>
              <a:t>Design-Use Case Diagram</a:t>
            </a:r>
            <a:endParaRPr dirty="0"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800" dirty="0"/>
              <a:t>UML DIAGRAMS</a:t>
            </a:r>
            <a:endParaRPr sz="28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indent="-457200">
              <a:spcBef>
                <a:spcPts val="0"/>
              </a:spcBef>
            </a:pPr>
            <a:r>
              <a:rPr lang="en-US" sz="2800" dirty="0"/>
              <a:t>The use case diagram shows the interaction between the sender, receiver, and the hybrid cryptographic system.</a:t>
            </a:r>
          </a:p>
          <a:p>
            <a:pPr indent="-457200">
              <a:spcBef>
                <a:spcPts val="0"/>
              </a:spcBef>
            </a:pPr>
            <a:r>
              <a:rPr lang="en-US" sz="2800" dirty="0"/>
              <a:t>The sender initiates secure communication by generating a quantum key using QKD.</a:t>
            </a:r>
          </a:p>
          <a:p>
            <a:pPr indent="-457200">
              <a:spcBef>
                <a:spcPts val="0"/>
              </a:spcBef>
            </a:pPr>
            <a:r>
              <a:rPr lang="en-US" sz="2800" dirty="0"/>
              <a:t>A classical or post-quantum key is combined with the quantum key to form a hybrid session key.</a:t>
            </a:r>
          </a:p>
          <a:p>
            <a:pPr indent="-457200">
              <a:spcBef>
                <a:spcPts val="0"/>
              </a:spcBef>
            </a:pPr>
            <a:r>
              <a:rPr lang="en-US" sz="2800" dirty="0"/>
              <a:t>The data is encrypted using the hybrid key and transmitted securely to the receiver.</a:t>
            </a:r>
          </a:p>
          <a:p>
            <a:pPr indent="-457200">
              <a:spcBef>
                <a:spcPts val="0"/>
              </a:spcBef>
            </a:pPr>
            <a:r>
              <a:rPr lang="en-US" sz="2800" dirty="0"/>
              <a:t>The receiver decrypts the data and verifies its integrity, ensuring quantum-resistant communication.</a:t>
            </a:r>
            <a:endParaRPr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Design-Use Case Diagram</a:t>
            </a:r>
            <a:endParaRPr/>
          </a:p>
        </p:txBody>
      </p:sp>
      <p:pic>
        <p:nvPicPr>
          <p:cNvPr id="2" name="Picture 3" descr="PlantUML Diagram">
            <a:extLst>
              <a:ext uri="{FF2B5EF4-FFF2-40B4-BE49-F238E27FC236}">
                <a16:creationId xmlns:a16="http://schemas.microsoft.com/office/drawing/2014/main" id="{042B4A8D-8ADC-A0E0-38CB-B25A5BDD8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8" y="2117558"/>
            <a:ext cx="8229601" cy="344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Design-Class Diagram</a:t>
            </a:r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92100">
              <a:spcBef>
                <a:spcPts val="0"/>
              </a:spcBef>
              <a:buSzPts val="2400"/>
            </a:pPr>
            <a:r>
              <a:rPr lang="en-US" sz="2200" dirty="0"/>
              <a:t>The class diagram shows the structure of the hybrid cryptographic </a:t>
            </a:r>
            <a:r>
              <a:rPr lang="en-US" sz="2200" dirty="0" err="1"/>
              <a:t>system.User</a:t>
            </a:r>
            <a:r>
              <a:rPr lang="en-US" sz="2200" dirty="0"/>
              <a:t> authentication and encryption are handled by the User and </a:t>
            </a:r>
            <a:r>
              <a:rPr lang="en-US" sz="2200" dirty="0" err="1"/>
              <a:t>CryptoSystem</a:t>
            </a:r>
            <a:r>
              <a:rPr lang="en-US" sz="2200" dirty="0"/>
              <a:t> </a:t>
            </a:r>
            <a:r>
              <a:rPr lang="en-US" sz="2200" dirty="0" err="1"/>
              <a:t>classes.QKD</a:t>
            </a:r>
            <a:r>
              <a:rPr lang="en-US" sz="2200" dirty="0"/>
              <a:t> and </a:t>
            </a:r>
            <a:r>
              <a:rPr lang="en-US" sz="2200" dirty="0" err="1"/>
              <a:t>HybridKey</a:t>
            </a:r>
            <a:r>
              <a:rPr lang="en-US" sz="2200" dirty="0"/>
              <a:t> generate and combine keys for secure communication.. 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pic>
        <p:nvPicPr>
          <p:cNvPr id="2" name="Picture 2" descr="PlantUML Diagram">
            <a:extLst>
              <a:ext uri="{FF2B5EF4-FFF2-40B4-BE49-F238E27FC236}">
                <a16:creationId xmlns:a16="http://schemas.microsoft.com/office/drawing/2014/main" id="{F63167C2-C4B7-71A1-C409-43E38F3F8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485" y="2752587"/>
            <a:ext cx="5125451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4000"/>
              <a:t>Sequence Diagram </a:t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938"/>
            <a:ext cx="8839204" cy="4833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Algorithms used</a:t>
            </a:r>
            <a:endParaRPr dirty="0"/>
          </a:p>
        </p:txBody>
      </p:sp>
      <p:sp>
        <p:nvSpPr>
          <p:cNvPr id="177" name="Google Shape;177;p27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297180">
              <a:spcBef>
                <a:spcPts val="0"/>
              </a:spcBef>
              <a:buSzPct val="100000"/>
            </a:pPr>
            <a:r>
              <a:rPr lang="en-US" sz="2400" b="1" dirty="0"/>
              <a:t>Quantum Key Distribution (QKD) Algorithm</a:t>
            </a:r>
            <a:br>
              <a:rPr lang="en-US" sz="2400" dirty="0"/>
            </a:br>
            <a:r>
              <a:rPr lang="en-US" sz="2400" dirty="0"/>
              <a:t>Used for secure quantum key generation based on quantum principles.</a:t>
            </a:r>
          </a:p>
          <a:p>
            <a:pPr marL="342900" indent="-297180">
              <a:spcBef>
                <a:spcPts val="0"/>
              </a:spcBef>
              <a:buSzPct val="100000"/>
            </a:pPr>
            <a:r>
              <a:rPr lang="en-US" sz="2400" b="1" dirty="0"/>
              <a:t>Hybrid Key Generation Algorithm</a:t>
            </a:r>
            <a:br>
              <a:rPr lang="en-US" sz="2400" dirty="0"/>
            </a:br>
            <a:r>
              <a:rPr lang="en-US" sz="2400" dirty="0"/>
              <a:t>Combines quantum keys with classical/post-quantum keys to form a hybrid session key.</a:t>
            </a:r>
          </a:p>
          <a:p>
            <a:pPr marL="342900" indent="-297180">
              <a:spcBef>
                <a:spcPts val="0"/>
              </a:spcBef>
              <a:buSzPct val="100000"/>
            </a:pPr>
            <a:r>
              <a:rPr lang="en-US" sz="2400" b="1" dirty="0"/>
              <a:t>AES Encryption Algorithm</a:t>
            </a:r>
            <a:br>
              <a:rPr lang="en-US" sz="2400" dirty="0"/>
            </a:br>
            <a:r>
              <a:rPr lang="en-US" sz="2400" dirty="0"/>
              <a:t>Used for secure data encryption and decryption</a:t>
            </a:r>
          </a:p>
          <a:p>
            <a:pPr marL="342900" indent="-297180">
              <a:spcBef>
                <a:spcPts val="0"/>
              </a:spcBef>
              <a:buSzPct val="100000"/>
            </a:pPr>
            <a:r>
              <a:rPr lang="en-US" sz="2400" b="1" dirty="0"/>
              <a:t>Hashing Algorithm (SHA-256)</a:t>
            </a:r>
            <a:br>
              <a:rPr lang="en-US" sz="2400" dirty="0"/>
            </a:br>
            <a:r>
              <a:rPr lang="en-US" sz="2400" dirty="0"/>
              <a:t>Ensures data integrity and message authentication.</a:t>
            </a:r>
          </a:p>
          <a:p>
            <a:pPr marL="342900" indent="-297180">
              <a:spcBef>
                <a:spcPts val="0"/>
              </a:spcBef>
              <a:buSzPct val="100000"/>
            </a:pPr>
            <a:r>
              <a:rPr lang="en-US" sz="2400" b="1" dirty="0"/>
              <a:t>Socket Communication Algorithm</a:t>
            </a:r>
            <a:br>
              <a:rPr lang="en-US" sz="2400" dirty="0"/>
            </a:br>
            <a:r>
              <a:rPr lang="en-US" sz="2400" dirty="0"/>
              <a:t>Enables secure data transmission between sender and receiver.</a:t>
            </a: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Hardware and software selection </a:t>
            </a:r>
            <a:endParaRPr dirty="0"/>
          </a:p>
        </p:txBody>
      </p:sp>
      <p:sp>
        <p:nvSpPr>
          <p:cNvPr id="183" name="Google Shape;183;p28"/>
          <p:cNvSpPr txBox="1">
            <a:spLocks noGrp="1"/>
          </p:cNvSpPr>
          <p:nvPr>
            <p:ph type="body" idx="4294967295"/>
          </p:nvPr>
        </p:nvSpPr>
        <p:spPr>
          <a:xfrm>
            <a:off x="122722" y="967339"/>
            <a:ext cx="9021300" cy="57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40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50"/>
              <a:buFont typeface="Noto Sans Symbols"/>
              <a:buChar char="✔"/>
            </a:pPr>
            <a:r>
              <a:rPr lang="en-US" sz="3150" dirty="0"/>
              <a:t>Hardware Requirements</a:t>
            </a:r>
            <a:endParaRPr sz="315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50" dirty="0"/>
          </a:p>
          <a:p>
            <a:pPr lvl="1" indent="-381000" algn="just">
              <a:spcBef>
                <a:spcPts val="0"/>
              </a:spcBef>
              <a:buSzPts val="2400"/>
              <a:buChar char="•"/>
            </a:pPr>
            <a:r>
              <a:rPr lang="en-IN" sz="2400" b="1" dirty="0"/>
              <a:t>Processor:</a:t>
            </a:r>
            <a:r>
              <a:rPr lang="en-IN" sz="2400" dirty="0"/>
              <a:t> Standard PC/Laptop with multi-core CPU</a:t>
            </a:r>
          </a:p>
          <a:p>
            <a:pPr lvl="1" indent="-381000" algn="just">
              <a:spcBef>
                <a:spcPts val="0"/>
              </a:spcBef>
              <a:buSzPts val="2400"/>
              <a:buChar char="•"/>
            </a:pPr>
            <a:r>
              <a:rPr lang="en-US" sz="2400" b="1" dirty="0"/>
              <a:t>RAM:</a:t>
            </a:r>
            <a:r>
              <a:rPr lang="en-US" sz="2400" dirty="0"/>
              <a:t> Minimum 8 GB (for cryptographic computations and simulations)</a:t>
            </a:r>
          </a:p>
          <a:p>
            <a:pPr lvl="1" indent="-381000" algn="just">
              <a:spcBef>
                <a:spcPts val="0"/>
              </a:spcBef>
              <a:buSzPts val="2400"/>
              <a:buChar char="•"/>
            </a:pPr>
            <a:r>
              <a:rPr lang="en-US" sz="2400" b="1" dirty="0"/>
              <a:t>Storage:</a:t>
            </a:r>
            <a:r>
              <a:rPr lang="en-US" sz="2400" dirty="0"/>
              <a:t> 256 GB SSD or higher</a:t>
            </a:r>
          </a:p>
          <a:p>
            <a:pPr lvl="1" indent="-381000" algn="just">
              <a:spcBef>
                <a:spcPts val="0"/>
              </a:spcBef>
              <a:buSzPts val="2400"/>
              <a:buChar char="•"/>
            </a:pPr>
            <a:r>
              <a:rPr lang="en-US" sz="2400" b="1" dirty="0"/>
              <a:t>Network Interface:</a:t>
            </a:r>
            <a:r>
              <a:rPr lang="en-US" sz="2400" dirty="0"/>
              <a:t> Ethernet / Wi-Fi for socket-based communication</a:t>
            </a:r>
          </a:p>
          <a:p>
            <a:pPr lvl="1" indent="-381000" algn="just">
              <a:spcBef>
                <a:spcPts val="0"/>
              </a:spcBef>
              <a:buSzPts val="2400"/>
              <a:buChar char="•"/>
            </a:pPr>
            <a:r>
              <a:rPr lang="en-US" sz="2400" b="1" dirty="0"/>
              <a:t>Quantum Hardware:</a:t>
            </a:r>
            <a:r>
              <a:rPr lang="en-US" sz="2400" dirty="0"/>
              <a:t> </a:t>
            </a:r>
            <a:r>
              <a:rPr lang="en-US" sz="2400" i="1" dirty="0"/>
              <a:t>Not required</a:t>
            </a:r>
            <a:r>
              <a:rPr lang="en-US" sz="2400" dirty="0"/>
              <a:t> (QKD is simulated in software)</a:t>
            </a:r>
          </a:p>
          <a:p>
            <a:pPr lvl="1" indent="-381000" algn="just">
              <a:spcBef>
                <a:spcPts val="0"/>
              </a:spcBef>
              <a:buSzPts val="2400"/>
              <a:buChar char="•"/>
            </a:pPr>
            <a:r>
              <a:rPr lang="en-US" sz="2400" b="1" dirty="0"/>
              <a:t>Optional (Future):</a:t>
            </a:r>
            <a:r>
              <a:rPr lang="en-US" sz="2400" dirty="0"/>
              <a:t> Access to cloud-based or real quantum communication hardware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50" dirty="0"/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endParaRPr dirty="0"/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Hardware and software selection </a:t>
            </a:r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body" idx="4294967295"/>
          </p:nvPr>
        </p:nvSpPr>
        <p:spPr>
          <a:xfrm>
            <a:off x="122722" y="967339"/>
            <a:ext cx="9021300" cy="57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-48339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✔"/>
            </a:pPr>
            <a:r>
              <a:rPr lang="en-US" sz="4250" dirty="0"/>
              <a:t>Software Requirements</a:t>
            </a:r>
            <a:endParaRPr lang="en-IN" sz="4250" dirty="0"/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IN" sz="5050" dirty="0"/>
          </a:p>
          <a:p>
            <a:pPr marL="1066800" indent="-457200" algn="just">
              <a:spcBef>
                <a:spcPts val="0"/>
              </a:spcBef>
            </a:pPr>
            <a:r>
              <a:rPr lang="en-US" sz="2600" b="1" dirty="0"/>
              <a:t>Programming Language:</a:t>
            </a:r>
            <a:r>
              <a:rPr lang="en-US" sz="2600" dirty="0"/>
              <a:t> Python 3.x</a:t>
            </a:r>
          </a:p>
          <a:p>
            <a:pPr marL="1066800" indent="-457200" algn="just">
              <a:spcBef>
                <a:spcPts val="0"/>
              </a:spcBef>
            </a:pPr>
            <a:r>
              <a:rPr lang="en-IN" sz="2600" b="1" dirty="0"/>
              <a:t>Cryptographic Libraries:</a:t>
            </a:r>
            <a:r>
              <a:rPr lang="en-IN" sz="2600" dirty="0"/>
              <a:t> </a:t>
            </a:r>
            <a:r>
              <a:rPr lang="en-IN" sz="2600" dirty="0" err="1"/>
              <a:t>PyCryptodome</a:t>
            </a:r>
            <a:r>
              <a:rPr lang="en-IN" sz="2600" dirty="0"/>
              <a:t> / Cryptography</a:t>
            </a:r>
          </a:p>
          <a:p>
            <a:pPr marL="1066800" indent="-457200" algn="just">
              <a:spcBef>
                <a:spcPts val="0"/>
              </a:spcBef>
            </a:pPr>
            <a:r>
              <a:rPr lang="en-US" sz="2600" b="1" dirty="0"/>
              <a:t>Simulation Tools:</a:t>
            </a:r>
            <a:r>
              <a:rPr lang="en-US" sz="2600" dirty="0"/>
              <a:t> Python-based QKD simulation modules</a:t>
            </a:r>
          </a:p>
          <a:p>
            <a:pPr marL="1066800" indent="-457200" algn="just">
              <a:spcBef>
                <a:spcPts val="0"/>
              </a:spcBef>
            </a:pPr>
            <a:r>
              <a:rPr lang="en-IN" sz="2600" b="1" dirty="0"/>
              <a:t>Networking:</a:t>
            </a:r>
            <a:r>
              <a:rPr lang="en-IN" sz="2600" dirty="0"/>
              <a:t> Python Socket Programming</a:t>
            </a:r>
          </a:p>
          <a:p>
            <a:pPr marL="1066800" indent="-457200" algn="just">
              <a:spcBef>
                <a:spcPts val="0"/>
              </a:spcBef>
            </a:pPr>
            <a:r>
              <a:rPr lang="fr-FR" sz="2600" b="1" dirty="0" err="1"/>
              <a:t>Development</a:t>
            </a:r>
            <a:r>
              <a:rPr lang="fr-FR" sz="2600" b="1" dirty="0"/>
              <a:t> </a:t>
            </a:r>
            <a:r>
              <a:rPr lang="fr-FR" sz="2600" b="1" dirty="0" err="1"/>
              <a:t>Environment</a:t>
            </a:r>
            <a:r>
              <a:rPr lang="fr-FR" sz="2600" b="1" dirty="0"/>
              <a:t>:</a:t>
            </a:r>
            <a:r>
              <a:rPr lang="fr-FR" sz="2600" dirty="0"/>
              <a:t> VS Code / </a:t>
            </a:r>
            <a:r>
              <a:rPr lang="fr-FR" sz="2600" dirty="0" err="1"/>
              <a:t>PyCharm</a:t>
            </a:r>
            <a:endParaRPr lang="fr-FR" sz="2600" dirty="0"/>
          </a:p>
          <a:p>
            <a:pPr marL="1066800" indent="-457200" algn="just">
              <a:spcBef>
                <a:spcPts val="0"/>
              </a:spcBef>
            </a:pPr>
            <a:r>
              <a:rPr lang="en-IN" sz="2600" b="1" dirty="0"/>
              <a:t>Operating System:</a:t>
            </a:r>
            <a:r>
              <a:rPr lang="en-IN" sz="2600" dirty="0"/>
              <a:t> Windows / Linux</a:t>
            </a:r>
          </a:p>
          <a:p>
            <a:pPr marL="952500" indent="-342900" algn="just">
              <a:spcBef>
                <a:spcPts val="0"/>
              </a:spcBef>
            </a:pPr>
            <a:r>
              <a:rPr lang="en-IN" sz="2600" b="1" dirty="0"/>
              <a:t>Version Control:</a:t>
            </a:r>
            <a:r>
              <a:rPr lang="en-IN" sz="2600" dirty="0"/>
              <a:t> Git (optional)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Implementation</a:t>
            </a:r>
            <a:endParaRPr dirty="0"/>
          </a:p>
        </p:txBody>
      </p:sp>
      <p:sp>
        <p:nvSpPr>
          <p:cNvPr id="195" name="Google Shape;195;p30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60700" cy="56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spcBef>
                <a:spcPts val="0"/>
              </a:spcBef>
            </a:pPr>
            <a:r>
              <a:rPr lang="en-US" sz="2600" dirty="0"/>
              <a:t>The system is implemented in Python using modular components for QKD simulation, hybrid key generation, encryption, and decryption.</a:t>
            </a:r>
          </a:p>
          <a:p>
            <a:pPr marL="285750" indent="-285750">
              <a:spcBef>
                <a:spcPts val="0"/>
              </a:spcBef>
            </a:pPr>
            <a:r>
              <a:rPr lang="en-US" sz="2600" dirty="0"/>
              <a:t>The sender initiates a session and generates a quantum key through simulated random bits and basis comparison.</a:t>
            </a:r>
          </a:p>
          <a:p>
            <a:pPr marL="285750" indent="-285750">
              <a:spcBef>
                <a:spcPts val="0"/>
              </a:spcBef>
            </a:pPr>
            <a:r>
              <a:rPr lang="en-US" sz="2600" dirty="0"/>
              <a:t>The quantum key is combined with a classical/post-quantum key to form a hybrid key.</a:t>
            </a:r>
          </a:p>
          <a:p>
            <a:pPr marL="285750" indent="-285750">
              <a:spcBef>
                <a:spcPts val="0"/>
              </a:spcBef>
            </a:pPr>
            <a:r>
              <a:rPr lang="en-US" sz="2600" dirty="0"/>
              <a:t>AES is used for secure data encryption and decryption.</a:t>
            </a:r>
          </a:p>
          <a:p>
            <a:pPr marL="285750" indent="-285750">
              <a:spcBef>
                <a:spcPts val="0"/>
              </a:spcBef>
            </a:pPr>
            <a:r>
              <a:rPr lang="en-US" sz="2600" dirty="0"/>
              <a:t>Socket programming, along with logging and exception handling, is used to simulate secure and reliable communication.</a:t>
            </a:r>
            <a:endParaRPr sz="2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Important Code segments</a:t>
            </a:r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98832" cy="5592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5400" indent="0">
              <a:buNone/>
            </a:pPr>
            <a:r>
              <a:rPr lang="en-IN" sz="2500" dirty="0"/>
              <a:t>import </a:t>
            </a:r>
            <a:r>
              <a:rPr lang="en-IN" sz="2500" dirty="0" err="1"/>
              <a:t>os</a:t>
            </a:r>
            <a:endParaRPr lang="en-IN" sz="2500" dirty="0"/>
          </a:p>
          <a:p>
            <a:pPr marL="25400" indent="0">
              <a:buNone/>
            </a:pPr>
            <a:r>
              <a:rPr lang="en-IN" sz="2500" dirty="0"/>
              <a:t>from </a:t>
            </a:r>
            <a:r>
              <a:rPr lang="en-IN" sz="2500" dirty="0" err="1"/>
              <a:t>cryptography.fernet</a:t>
            </a:r>
            <a:r>
              <a:rPr lang="en-IN" sz="2500" dirty="0"/>
              <a:t> import Fernet</a:t>
            </a:r>
          </a:p>
          <a:p>
            <a:pPr marL="25400" indent="0">
              <a:buNone/>
            </a:pPr>
            <a:endParaRPr lang="en-IN" sz="2500" dirty="0"/>
          </a:p>
          <a:p>
            <a:pPr marL="25400" indent="0">
              <a:buNone/>
            </a:pPr>
            <a:r>
              <a:rPr lang="en-IN" sz="2500" dirty="0"/>
              <a:t># Hybrid key generation (simulation)</a:t>
            </a:r>
          </a:p>
          <a:p>
            <a:pPr marL="25400" indent="0">
              <a:buNone/>
            </a:pPr>
            <a:r>
              <a:rPr lang="en-IN" sz="2500" dirty="0" err="1"/>
              <a:t>quantum_key</a:t>
            </a:r>
            <a:r>
              <a:rPr lang="en-IN" sz="2500" dirty="0"/>
              <a:t> = </a:t>
            </a:r>
            <a:r>
              <a:rPr lang="en-IN" sz="2500" dirty="0" err="1"/>
              <a:t>os.urandom</a:t>
            </a:r>
            <a:r>
              <a:rPr lang="en-IN" sz="2500" dirty="0"/>
              <a:t>(16)</a:t>
            </a:r>
          </a:p>
          <a:p>
            <a:pPr marL="25400" indent="0">
              <a:buNone/>
            </a:pPr>
            <a:r>
              <a:rPr lang="en-IN" sz="2500" dirty="0" err="1"/>
              <a:t>classical_key</a:t>
            </a:r>
            <a:r>
              <a:rPr lang="en-IN" sz="2500" dirty="0"/>
              <a:t> = </a:t>
            </a:r>
            <a:r>
              <a:rPr lang="en-IN" sz="2500" dirty="0" err="1"/>
              <a:t>Fernet.generate_key</a:t>
            </a:r>
            <a:r>
              <a:rPr lang="en-IN" sz="2500" dirty="0"/>
              <a:t>()[:16]</a:t>
            </a:r>
          </a:p>
          <a:p>
            <a:pPr marL="25400" indent="0">
              <a:buNone/>
            </a:pPr>
            <a:r>
              <a:rPr lang="en-IN" sz="2500" dirty="0" err="1"/>
              <a:t>hybrid_key</a:t>
            </a:r>
            <a:r>
              <a:rPr lang="en-IN" sz="2500" dirty="0"/>
              <a:t> = bytes(a ^ b for a, b in zip(</a:t>
            </a:r>
            <a:r>
              <a:rPr lang="en-IN" sz="2500" dirty="0" err="1"/>
              <a:t>quantum_key</a:t>
            </a:r>
            <a:r>
              <a:rPr lang="en-IN" sz="2500" dirty="0"/>
              <a:t>, </a:t>
            </a:r>
            <a:r>
              <a:rPr lang="en-IN" sz="2500" dirty="0" err="1"/>
              <a:t>classical_key</a:t>
            </a:r>
            <a:r>
              <a:rPr lang="en-IN" sz="2500" dirty="0"/>
              <a:t>))</a:t>
            </a:r>
          </a:p>
          <a:p>
            <a:pPr marL="25400" indent="0">
              <a:buNone/>
            </a:pPr>
            <a:endParaRPr lang="en-IN" sz="2500" dirty="0"/>
          </a:p>
          <a:p>
            <a:pPr marL="25400" indent="0">
              <a:buNone/>
            </a:pPr>
            <a:r>
              <a:rPr lang="en-IN" sz="2500" dirty="0"/>
              <a:t># Encryption</a:t>
            </a:r>
          </a:p>
          <a:p>
            <a:pPr marL="25400" indent="0">
              <a:buNone/>
            </a:pPr>
            <a:r>
              <a:rPr lang="en-IN" sz="2500" dirty="0"/>
              <a:t>cipher = Fernet(</a:t>
            </a:r>
            <a:r>
              <a:rPr lang="en-IN" sz="2500" dirty="0" err="1"/>
              <a:t>Fernet.generate_key</a:t>
            </a:r>
            <a:r>
              <a:rPr lang="en-IN" sz="2500" dirty="0"/>
              <a:t>())</a:t>
            </a:r>
          </a:p>
          <a:p>
            <a:pPr marL="25400" indent="0">
              <a:buNone/>
            </a:pPr>
            <a:r>
              <a:rPr lang="en-IN" sz="2500" dirty="0" err="1"/>
              <a:t>encrypted_data</a:t>
            </a:r>
            <a:r>
              <a:rPr lang="en-IN" sz="2500" dirty="0"/>
              <a:t> = </a:t>
            </a:r>
            <a:r>
              <a:rPr lang="en-IN" sz="2500" dirty="0" err="1"/>
              <a:t>cipher.encrypt</a:t>
            </a:r>
            <a:r>
              <a:rPr lang="en-IN" sz="2500" dirty="0"/>
              <a:t>(</a:t>
            </a:r>
            <a:r>
              <a:rPr lang="en-IN" sz="2500" dirty="0" err="1"/>
              <a:t>b"Secure</a:t>
            </a:r>
            <a:r>
              <a:rPr lang="en-IN" sz="2500" dirty="0"/>
              <a:t> Message")</a:t>
            </a:r>
          </a:p>
          <a:p>
            <a:pPr marL="25400" indent="0">
              <a:buNone/>
            </a:pPr>
            <a:endParaRPr lang="en-IN" sz="2500" dirty="0"/>
          </a:p>
          <a:p>
            <a:pPr marL="25400" indent="0">
              <a:buNone/>
            </a:pPr>
            <a:r>
              <a:rPr lang="en-IN" sz="2500" dirty="0"/>
              <a:t># Decryption</a:t>
            </a:r>
          </a:p>
          <a:p>
            <a:pPr marL="25400" indent="0">
              <a:buNone/>
            </a:pPr>
            <a:r>
              <a:rPr lang="en-IN" sz="2500" dirty="0" err="1"/>
              <a:t>decrypted_data</a:t>
            </a:r>
            <a:r>
              <a:rPr lang="en-IN" sz="2500" dirty="0"/>
              <a:t> = </a:t>
            </a:r>
            <a:r>
              <a:rPr lang="en-IN" sz="2500" dirty="0" err="1"/>
              <a:t>cipher.decrypt</a:t>
            </a:r>
            <a:r>
              <a:rPr lang="en-IN" sz="2500" dirty="0"/>
              <a:t>(</a:t>
            </a:r>
            <a:r>
              <a:rPr lang="en-IN" sz="2500" dirty="0" err="1"/>
              <a:t>encrypted_data</a:t>
            </a:r>
            <a:r>
              <a:rPr lang="en-IN" sz="2500" dirty="0"/>
              <a:t>)</a:t>
            </a:r>
          </a:p>
          <a:p>
            <a:pPr marL="25400" indent="0">
              <a:buNone/>
            </a:pPr>
            <a:r>
              <a:rPr lang="en-IN" sz="2500" dirty="0"/>
              <a:t>print(</a:t>
            </a:r>
            <a:r>
              <a:rPr lang="en-IN" sz="2500" dirty="0" err="1"/>
              <a:t>decrypted_data.decode</a:t>
            </a:r>
            <a:r>
              <a:rPr lang="en-IN" sz="2500" dirty="0"/>
              <a:t>())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Important Code segments</a:t>
            </a:r>
            <a:endParaRPr dirty="0"/>
          </a:p>
        </p:txBody>
      </p:sp>
      <p:sp>
        <p:nvSpPr>
          <p:cNvPr id="207" name="Google Shape;207;p32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3600" b="1" dirty="0"/>
              <a:t>Key Modules</a:t>
            </a:r>
            <a:endParaRPr lang="en-US" sz="3600" b="1" dirty="0"/>
          </a:p>
          <a:p>
            <a:pPr marL="342900" indent="-342900">
              <a:spcBef>
                <a:spcPts val="320"/>
              </a:spcBef>
              <a:buSzPct val="100000"/>
            </a:pPr>
            <a:r>
              <a:rPr lang="en-US" sz="2400" b="1" dirty="0"/>
              <a:t>QKD Simulation Module:</a:t>
            </a:r>
            <a:br>
              <a:rPr lang="en-US" sz="2400" dirty="0"/>
            </a:br>
            <a:r>
              <a:rPr lang="en-US" sz="2400" dirty="0"/>
              <a:t>Handles random bit generation, basis selection, and shared quantum key simulation.</a:t>
            </a:r>
          </a:p>
          <a:p>
            <a:pPr marL="342900" indent="-342900">
              <a:spcBef>
                <a:spcPts val="320"/>
              </a:spcBef>
              <a:buSzPct val="100000"/>
            </a:pPr>
            <a:r>
              <a:rPr lang="en-US" sz="2400" b="1" dirty="0"/>
              <a:t>Hybrid Key Generation Module:</a:t>
            </a:r>
            <a:br>
              <a:rPr lang="en-US" sz="2400" dirty="0"/>
            </a:br>
            <a:r>
              <a:rPr lang="en-US" sz="2400" dirty="0"/>
              <a:t>Combines quantum keys with classical/post-quantum keys to create a hybrid session key.</a:t>
            </a:r>
          </a:p>
          <a:p>
            <a:pPr marL="342900" indent="-342900">
              <a:spcBef>
                <a:spcPts val="320"/>
              </a:spcBef>
              <a:buSzPct val="100000"/>
            </a:pPr>
            <a:r>
              <a:rPr lang="en-US" sz="2400" b="1" dirty="0"/>
              <a:t>Encryption &amp; Decryption Module:</a:t>
            </a:r>
            <a:br>
              <a:rPr lang="en-US" sz="2400" dirty="0"/>
            </a:br>
            <a:r>
              <a:rPr lang="en-US" sz="2400" dirty="0"/>
              <a:t>Implements AES-based encryption and decryption using the hybrid key.</a:t>
            </a:r>
          </a:p>
          <a:p>
            <a:pPr marL="342900" indent="-342900">
              <a:spcBef>
                <a:spcPts val="320"/>
              </a:spcBef>
              <a:buSzPct val="100000"/>
            </a:pP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5C591F31-1D33-EE00-2D3F-7AD83B71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>
            <a:extLst>
              <a:ext uri="{FF2B5EF4-FFF2-40B4-BE49-F238E27FC236}">
                <a16:creationId xmlns:a16="http://schemas.microsoft.com/office/drawing/2014/main" id="{293CFEB3-9AAE-B0F9-D840-8FDBC96F41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Important Code segments</a:t>
            </a:r>
            <a:endParaRPr dirty="0"/>
          </a:p>
        </p:txBody>
      </p:sp>
      <p:sp>
        <p:nvSpPr>
          <p:cNvPr id="207" name="Google Shape;207;p32">
            <a:extLst>
              <a:ext uri="{FF2B5EF4-FFF2-40B4-BE49-F238E27FC236}">
                <a16:creationId xmlns:a16="http://schemas.microsoft.com/office/drawing/2014/main" id="{8941449E-72F0-0259-76C5-A9D9FB23B28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>
              <a:spcBef>
                <a:spcPts val="300"/>
              </a:spcBef>
              <a:buSzPct val="156862"/>
              <a:buNone/>
            </a:pPr>
            <a:r>
              <a:rPr lang="en-IN" sz="3600" b="1" dirty="0"/>
              <a:t>Security &amp; Reliability</a:t>
            </a:r>
          </a:p>
          <a:p>
            <a:pPr marL="342900" indent="-342900">
              <a:spcBef>
                <a:spcPts val="300"/>
              </a:spcBef>
              <a:buSzPct val="156862"/>
            </a:pPr>
            <a:r>
              <a:rPr lang="en-US" sz="2400" b="1" dirty="0"/>
              <a:t>Key Validation Logic:</a:t>
            </a:r>
            <a:br>
              <a:rPr lang="en-US" sz="2400" dirty="0"/>
            </a:br>
            <a:r>
              <a:rPr lang="en-US" sz="2400" dirty="0"/>
              <a:t>Ensures correct generation and synchronization of quantum and classical keys.</a:t>
            </a:r>
          </a:p>
          <a:p>
            <a:pPr marL="342900" indent="-342900">
              <a:spcBef>
                <a:spcPts val="300"/>
              </a:spcBef>
              <a:buSzPct val="156862"/>
            </a:pPr>
            <a:r>
              <a:rPr lang="en-US" sz="2400" b="1" dirty="0"/>
              <a:t>Error Handling Mechanisms:</a:t>
            </a:r>
            <a:br>
              <a:rPr lang="en-US" sz="2400" dirty="0"/>
            </a:br>
            <a:r>
              <a:rPr lang="en-US" sz="2400" dirty="0"/>
              <a:t>Exception handling used to manage transmission and encryption errors.</a:t>
            </a:r>
          </a:p>
          <a:p>
            <a:pPr marL="342900" indent="-342900">
              <a:spcBef>
                <a:spcPts val="300"/>
              </a:spcBef>
              <a:buSzPct val="156862"/>
            </a:pPr>
            <a:r>
              <a:rPr lang="en-US" sz="2400" b="1" dirty="0"/>
              <a:t>Logging Module:</a:t>
            </a:r>
            <a:br>
              <a:rPr lang="en-US" sz="2400" dirty="0"/>
            </a:br>
            <a:r>
              <a:rPr lang="en-US" sz="2400" dirty="0"/>
              <a:t>Logs key events for debugging, traceability, and audit purposes.</a:t>
            </a:r>
          </a:p>
          <a:p>
            <a:pPr marL="342900" indent="-342900">
              <a:spcBef>
                <a:spcPts val="300"/>
              </a:spcBef>
              <a:buSzPct val="156862"/>
            </a:pPr>
            <a:r>
              <a:rPr lang="en-US" sz="2400" b="1" dirty="0"/>
              <a:t>Data Integrity Checks:</a:t>
            </a:r>
            <a:br>
              <a:rPr lang="en-US" sz="2400" dirty="0"/>
            </a:br>
            <a:r>
              <a:rPr lang="en-US" sz="2400" dirty="0"/>
              <a:t>Verifies encrypted and decrypted data to prevent tampering.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39545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Output</a:t>
            </a:r>
            <a:endParaRPr/>
          </a:p>
        </p:txBody>
      </p:sp>
      <p:sp>
        <p:nvSpPr>
          <p:cNvPr id="219" name="Google Shape;219;p34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200" b="1" dirty="0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spcBef>
                <a:spcPts val="407"/>
              </a:spcBef>
            </a:pPr>
            <a:r>
              <a:rPr lang="en-US" sz="2400" dirty="0"/>
              <a:t>The system successfully demonstrates secure data transmission using hybrid keys</a:t>
            </a:r>
          </a:p>
          <a:p>
            <a:pPr marL="342900" lvl="0" indent="-342900" algn="just">
              <a:spcBef>
                <a:spcPts val="407"/>
              </a:spcBef>
            </a:pPr>
            <a:r>
              <a:rPr lang="en-US" sz="2400" dirty="0"/>
              <a:t>Sender encrypts data and receiver correctly decrypts it, ensuring confidentiality and integrity</a:t>
            </a:r>
          </a:p>
          <a:p>
            <a:pPr marL="342900" lvl="0" indent="-342900" algn="just">
              <a:spcBef>
                <a:spcPts val="407"/>
              </a:spcBef>
            </a:pPr>
            <a:r>
              <a:rPr lang="en-US" sz="2400" dirty="0"/>
              <a:t>Test cases validate login, key generation, encryption, and decryption</a:t>
            </a:r>
          </a:p>
          <a:p>
            <a:pPr marL="342900" lvl="0" indent="-342900" algn="just">
              <a:spcBef>
                <a:spcPts val="407"/>
              </a:spcBef>
            </a:pPr>
            <a:r>
              <a:rPr lang="en-US" sz="2400" dirty="0"/>
              <a:t>The system shows resistance to basic attacks such as replay attempts</a:t>
            </a:r>
          </a:p>
          <a:p>
            <a:pPr marL="342900" lvl="0" indent="-342900" algn="just">
              <a:spcBef>
                <a:spcPts val="407"/>
              </a:spcBef>
            </a:pPr>
            <a:r>
              <a:rPr lang="en-US" sz="2400" dirty="0"/>
              <a:t>Performance evaluation indicates acceptable encryption and decryption time</a:t>
            </a:r>
          </a:p>
          <a:p>
            <a:pPr marL="342900" lvl="0" indent="-342900" algn="just">
              <a:spcBef>
                <a:spcPts val="407"/>
              </a:spcBef>
            </a:pPr>
            <a:r>
              <a:rPr lang="en-US" sz="2400" dirty="0"/>
              <a:t>Results confirm that the hybrid approach improves security while maintaining classical compatibility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Test Cases</a:t>
            </a:r>
            <a:endParaRPr/>
          </a:p>
        </p:txBody>
      </p:sp>
      <p:sp>
        <p:nvSpPr>
          <p:cNvPr id="258" name="Google Shape;258;p39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7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200" b="1">
                <a:latin typeface="Times New Roman"/>
                <a:ea typeface="Times New Roman"/>
                <a:cs typeface="Times New Roman"/>
                <a:sym typeface="Times New Roman"/>
              </a:rPr>
              <a:t>Test Cases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5CC854F-A2BA-6FED-E3AD-AC9B40CF1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04" y="1515978"/>
            <a:ext cx="8535591" cy="49709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265" name="Google Shape;265;p40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>
              <a:spcBef>
                <a:spcPts val="0"/>
              </a:spcBef>
            </a:pPr>
            <a:r>
              <a:rPr lang="en-IN" dirty="0"/>
              <a:t>Hybrid Cryptographic System</a:t>
            </a:r>
          </a:p>
          <a:p>
            <a:pPr marL="800100" lvl="1" indent="-342900">
              <a:spcBef>
                <a:spcPts val="0"/>
              </a:spcBef>
            </a:pPr>
            <a:r>
              <a:rPr lang="en-US" b="1" dirty="0"/>
              <a:t>Encryption Time:</a:t>
            </a:r>
            <a:r>
              <a:rPr lang="en-US" dirty="0"/>
              <a:t> Low latency for moderate data sizes</a:t>
            </a:r>
          </a:p>
          <a:p>
            <a:pPr marL="800100" lvl="1" indent="-342900">
              <a:spcBef>
                <a:spcPts val="0"/>
              </a:spcBef>
            </a:pPr>
            <a:r>
              <a:rPr lang="en-US" b="1" dirty="0"/>
              <a:t>Decryption Time:</a:t>
            </a:r>
            <a:r>
              <a:rPr lang="en-US" dirty="0"/>
              <a:t> Efficient and consistent performance</a:t>
            </a:r>
          </a:p>
          <a:p>
            <a:pPr marL="800100" lvl="1" indent="-342900">
              <a:spcBef>
                <a:spcPts val="0"/>
              </a:spcBef>
            </a:pPr>
            <a:r>
              <a:rPr lang="en-US" b="1" dirty="0"/>
              <a:t>Key Security:</a:t>
            </a:r>
            <a:r>
              <a:rPr lang="en-US" dirty="0"/>
              <a:t> Hybrid keys successfully resist quantum-based threats</a:t>
            </a:r>
            <a:endParaRPr lang="en-IN" dirty="0"/>
          </a:p>
          <a:p>
            <a:pPr indent="-457200">
              <a:spcBef>
                <a:spcPts val="0"/>
              </a:spcBef>
            </a:pPr>
            <a:r>
              <a:rPr lang="en-IN" dirty="0"/>
              <a:t>Inference:</a:t>
            </a:r>
          </a:p>
          <a:p>
            <a:pPr lvl="1" indent="-457200">
              <a:spcBef>
                <a:spcPts val="0"/>
              </a:spcBef>
            </a:pPr>
            <a:r>
              <a:rPr lang="en-US" dirty="0"/>
              <a:t>The system ensures secure and reliable data transmission by combining quantum and classical cryptography.</a:t>
            </a:r>
          </a:p>
          <a:p>
            <a:pPr lvl="1" indent="-457200">
              <a:spcBef>
                <a:spcPts val="0"/>
              </a:spcBef>
            </a:pPr>
            <a:r>
              <a:rPr lang="en-US" dirty="0"/>
              <a:t>It maintains confidentiality and integrity while remaining compatible with existing </a:t>
            </a:r>
            <a:r>
              <a:rPr lang="en-US" dirty="0" err="1"/>
              <a:t>systems,proving</a:t>
            </a:r>
            <a:r>
              <a:rPr lang="en-US" dirty="0"/>
              <a:t> its feasibility for future </a:t>
            </a:r>
            <a:r>
              <a:rPr lang="en-US" b="1" dirty="0"/>
              <a:t>quantum-resistant communication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72" name="Google Shape;272;p41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b="1" dirty="0"/>
              <a:t>Hybrid Cryptographic Framework</a:t>
            </a:r>
            <a:endParaRPr lang="en-US" sz="2400" dirty="0"/>
          </a:p>
          <a:p>
            <a:pPr lvl="1"/>
            <a:r>
              <a:rPr lang="en-US" sz="2000" dirty="0"/>
              <a:t>Successfully addresses security threats posed by quantum computing</a:t>
            </a:r>
          </a:p>
          <a:p>
            <a:pPr lvl="1"/>
            <a:r>
              <a:rPr lang="en-US" sz="2000" dirty="0"/>
              <a:t>Integrates Quantum Key Distribution (QKD) with classical encryption techniques</a:t>
            </a:r>
          </a:p>
          <a:p>
            <a:pPr lvl="1"/>
            <a:r>
              <a:rPr lang="en-US" sz="2000" dirty="0"/>
              <a:t>Achieves a balance between security, practicality, and scalability</a:t>
            </a:r>
          </a:p>
          <a:p>
            <a:pPr lvl="1"/>
            <a:r>
              <a:rPr lang="en-US" sz="2000" dirty="0"/>
              <a:t>Ensures strong confidentiality and data integrity without full quantum infrastructure</a:t>
            </a:r>
          </a:p>
          <a:p>
            <a:r>
              <a:rPr lang="en-US" sz="2400" b="1" dirty="0"/>
              <a:t>Inference:</a:t>
            </a:r>
            <a:br>
              <a:rPr lang="en-US" sz="2400" dirty="0"/>
            </a:br>
            <a:r>
              <a:rPr lang="en-US" sz="2400" dirty="0"/>
              <a:t>The results confirm that hybrid quantum–classical cryptography is an effective and feasible solution</a:t>
            </a:r>
            <a:br>
              <a:rPr lang="en-US" sz="2400" dirty="0"/>
            </a:br>
            <a:r>
              <a:rPr lang="en-US" sz="2400" dirty="0"/>
              <a:t>for secure data communication, making it a promising approach for future-ready and resilient networks.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278" name="Google Shape;278;p42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IN" sz="2400" b="1" dirty="0"/>
              <a:t>System Enhancements</a:t>
            </a:r>
            <a:endParaRPr lang="en-IN" sz="2400" dirty="0"/>
          </a:p>
          <a:p>
            <a:pPr lvl="1"/>
            <a:r>
              <a:rPr lang="en-IN" sz="2000" dirty="0"/>
              <a:t>Integration of real quantum hardware or cloud-based QKD services</a:t>
            </a:r>
          </a:p>
          <a:p>
            <a:pPr lvl="1"/>
            <a:r>
              <a:rPr lang="en-IN" sz="2000" dirty="0"/>
              <a:t>Adoption of advanced post-quantum algorithms (e.g., lattice-based cryptography)</a:t>
            </a:r>
          </a:p>
          <a:p>
            <a:pPr lvl="1"/>
            <a:r>
              <a:rPr lang="en-IN" sz="2000" dirty="0"/>
              <a:t>Extension to multi-user and large-scale network environments</a:t>
            </a:r>
          </a:p>
          <a:p>
            <a:pPr lvl="1"/>
            <a:r>
              <a:rPr lang="en-IN" sz="2000" dirty="0"/>
              <a:t>Performance improvement through optimization and hardware acceleratio</a:t>
            </a:r>
            <a:r>
              <a:rPr lang="en-IN" sz="2400" dirty="0"/>
              <a:t>n</a:t>
            </a:r>
          </a:p>
          <a:p>
            <a:r>
              <a:rPr lang="en-US" sz="2400" b="1" dirty="0"/>
              <a:t>Future Scope:</a:t>
            </a:r>
            <a:br>
              <a:rPr lang="en-US" sz="2400" dirty="0"/>
            </a:br>
            <a:r>
              <a:rPr lang="en-US" sz="2400" dirty="0"/>
              <a:t>The framework can be expanded with blockchain-based key management and applied to</a:t>
            </a:r>
            <a:br>
              <a:rPr lang="en-US" sz="2400" dirty="0"/>
            </a:br>
            <a:r>
              <a:rPr lang="en-US" sz="2400" dirty="0"/>
              <a:t>domains such as IoT, healthcare, and defense, while future research can focus on</a:t>
            </a:r>
            <a:br>
              <a:rPr lang="en-US" sz="2400" dirty="0"/>
            </a:br>
            <a:r>
              <a:rPr lang="en-US" sz="2400" dirty="0"/>
              <a:t>standardization and interoperability with emerging quantum communication protocols.</a:t>
            </a:r>
            <a:endParaRPr lang="en-IN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84" name="Google Shape;284;p43"/>
          <p:cNvSpPr txBox="1">
            <a:spLocks noGrp="1"/>
          </p:cNvSpPr>
          <p:nvPr>
            <p:ph type="body" idx="4294967295"/>
          </p:nvPr>
        </p:nvSpPr>
        <p:spPr>
          <a:xfrm>
            <a:off x="228600" y="990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Bennett, C. H., &amp; Brassard, G. (1984). Quantum cryptography: Public key distribution.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Shor, P. (1994). Algorithms for quantum computation: Discrete logarithms and factoring.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Bernstein, D. J. (2009). Introduction to post-quantum cryptography.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Gisin, N. et al. (2002). Quantum cryptography. 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</a:rPr>
              <a:t>Rev. Mod. Phys.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Chen, L. et al. (2016). Report on post-quantum cryptography. NIST.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Menezes, A. et al. (1996). 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</a:rPr>
              <a:t>Handbook of Applied Cryptography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Pirandola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, S. et al. (2020). Advances in quantum cryptography.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Kahn Academy. Introduction to Cryptography.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NIST PQC Project Documentation.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Stallings, W. (2017). </a:t>
            </a:r>
            <a:r>
              <a:rPr lang="en-US" altLang="en-US" sz="2400" i="1" dirty="0">
                <a:solidFill>
                  <a:schemeClr val="tx1"/>
                </a:solidFill>
                <a:latin typeface="Arial" panose="020B0604020202020204" pitchFamily="34" charset="0"/>
              </a:rPr>
              <a:t>Cryptography and Network Security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b="1" u="sng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1671</Words>
  <Application>Microsoft Office PowerPoint</Application>
  <PresentationFormat>On-screen Show (4:3)</PresentationFormat>
  <Paragraphs>198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Noto Sans Symbols</vt:lpstr>
      <vt:lpstr>Times New Roman</vt:lpstr>
      <vt:lpstr>Office Theme</vt:lpstr>
      <vt:lpstr>PowerPoint Presentation</vt:lpstr>
      <vt:lpstr>Agenda</vt:lpstr>
      <vt:lpstr>Introduction</vt:lpstr>
      <vt:lpstr>Statement of the Problem</vt:lpstr>
      <vt:lpstr>Scope of the project</vt:lpstr>
      <vt:lpstr>Scope of the project</vt:lpstr>
      <vt:lpstr>Scope of the project</vt:lpstr>
      <vt:lpstr>Methodology</vt:lpstr>
      <vt:lpstr>Architecture Diagram/Flow</vt:lpstr>
      <vt:lpstr>Design-Use Case Diagram</vt:lpstr>
      <vt:lpstr>Design-Use Case Diagram</vt:lpstr>
      <vt:lpstr>Design-Class Diagram</vt:lpstr>
      <vt:lpstr>Sequence Diagram </vt:lpstr>
      <vt:lpstr>Algorithms used</vt:lpstr>
      <vt:lpstr>Hardware and software selection </vt:lpstr>
      <vt:lpstr>Hardware and software selection </vt:lpstr>
      <vt:lpstr>Implementation</vt:lpstr>
      <vt:lpstr>Important Code segments</vt:lpstr>
      <vt:lpstr>Important Code segments</vt:lpstr>
      <vt:lpstr>Important Code segments</vt:lpstr>
      <vt:lpstr>Output</vt:lpstr>
      <vt:lpstr>Test Cases</vt:lpstr>
      <vt:lpstr>Results</vt:lpstr>
      <vt:lpstr>Conclusion</vt:lpstr>
      <vt:lpstr>Future Work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Fareed</cp:lastModifiedBy>
  <cp:revision>1</cp:revision>
  <dcterms:modified xsi:type="dcterms:W3CDTF">2025-12-24T16:34:11Z</dcterms:modified>
</cp:coreProperties>
</file>